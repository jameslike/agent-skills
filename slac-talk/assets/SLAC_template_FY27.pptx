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3684" r:id="rId5"/>
  </p:sldMasterIdLst>
  <p:notesMasterIdLst>
    <p:notesMasterId r:id="rId16"/>
  </p:notesMasterIdLst>
  <p:sldIdLst>
    <p:sldId id="357" r:id="rId6"/>
    <p:sldId id="356" r:id="rId7"/>
    <p:sldId id="343" r:id="rId8"/>
    <p:sldId id="358" r:id="rId9"/>
    <p:sldId id="359" r:id="rId10"/>
    <p:sldId id="361" r:id="rId11"/>
    <p:sldId id="362" r:id="rId12"/>
    <p:sldId id="365" r:id="rId13"/>
    <p:sldId id="364" r:id="rId14"/>
    <p:sldId id="366" r:id="rId15"/>
  </p:sldIdLst>
  <p:sldSz cx="12192000" cy="6858000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04" userDrawn="1">
          <p15:clr>
            <a:srgbClr val="A4A3A4"/>
          </p15:clr>
        </p15:guide>
        <p15:guide id="4" orient="horz" pos="117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60880DE-7396-2477-EDD0-C874B0010CBA}" name="Poirier, Elise M" initials="EP" userId="S::epoirier@slac.stanford.edu::91205e5f-b999-4133-a84a-25a78aa393e7" providerId="AD"/>
  <p188:author id="{26044EFA-E28B-C8F1-92DC-35BCAA8EB708}" name="Kentin, Rhoda" initials="KR" userId="S::rhoda@slac.stanford.edu::033a34e7-9909-4463-b7b4-39005ce38f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2D24"/>
    <a:srgbClr val="E04F39"/>
    <a:srgbClr val="8C1515"/>
    <a:srgbClr val="B83A4B"/>
    <a:srgbClr val="53565A"/>
    <a:srgbClr val="5F574F"/>
    <a:srgbClr val="B6B1A9"/>
    <a:srgbClr val="D4D1D1"/>
    <a:srgbClr val="544948"/>
    <a:srgbClr val="0069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405975-FFB0-6A8C-8B7C-82CA1E4E1960}" v="52" dt="2026-05-12T22:25:04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>
        <p:guide orient="horz" pos="2160"/>
        <p:guide pos="3840"/>
        <p:guide pos="504"/>
        <p:guide orient="horz" pos="11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2.fntdata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1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71494-3951-FA47-A2D9-E3AB10964EC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19C58-D451-C54B-A6BB-965E69BFF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46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1">
    <p:bg>
      <p:bgPr>
        <a:gradFill>
          <a:gsLst>
            <a:gs pos="15000">
              <a:srgbClr val="E04F39"/>
            </a:gs>
            <a:gs pos="50000">
              <a:srgbClr val="AF2D24"/>
            </a:gs>
            <a:gs pos="100000">
              <a:srgbClr val="8C1515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25F34CB-4092-FC40-9790-97C718FF67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96C29BD-F121-614E-937A-0FE2936909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100" y="647701"/>
            <a:ext cx="7563494" cy="224657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Title style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06C54A2-406A-8E4A-9A2F-D0E47BAE5A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099" y="2931546"/>
            <a:ext cx="7563495" cy="505405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E48681D7-BD26-DD4A-83F8-CC4789ACF9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100" y="3941112"/>
            <a:ext cx="7563494" cy="363896"/>
          </a:xfrm>
        </p:spPr>
        <p:txBody>
          <a:bodyPr anchor="t">
            <a:no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Speaker Name / Title / Department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D4B77C2-58D8-3547-BE9A-17CA8281CF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100" y="4306401"/>
            <a:ext cx="5199706" cy="295275"/>
          </a:xfrm>
        </p:spPr>
        <p:txBody>
          <a:bodyPr>
            <a:noAutofit/>
          </a:bodyPr>
          <a:lstStyle>
            <a:lvl1pPr>
              <a:defRPr sz="1600" b="1" i="0">
                <a:solidFill>
                  <a:schemeClr val="bg1"/>
                </a:solidFill>
                <a:latin typeface="Lato" panose="020F0502020204030203" pitchFamily="34" charset="77"/>
              </a:defRPr>
            </a:lvl1pPr>
            <a:lvl2pPr>
              <a:defRPr>
                <a:solidFill>
                  <a:srgbClr val="00B0F0"/>
                </a:solidFill>
              </a:defRPr>
            </a:lvl2pPr>
            <a:lvl3pPr>
              <a:defRPr>
                <a:solidFill>
                  <a:srgbClr val="00B0F0"/>
                </a:solidFill>
              </a:defRPr>
            </a:lvl3pPr>
            <a:lvl4pPr>
              <a:defRPr>
                <a:solidFill>
                  <a:srgbClr val="00B0F0"/>
                </a:solidFill>
              </a:defRPr>
            </a:lvl4pPr>
            <a:lvl5pPr>
              <a:defRPr>
                <a:solidFill>
                  <a:srgbClr val="00B0F0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1ED3813A-8E7E-9F47-972D-2F0D116509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786" y="6147835"/>
            <a:ext cx="1734821" cy="331193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A56DD04E-065E-734C-B575-C9A2A9CDD9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6869" y="6156021"/>
            <a:ext cx="2022942" cy="33715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6C59BB-A00D-3740-8531-C0CE85C1DA71}"/>
              </a:ext>
            </a:extLst>
          </p:cNvPr>
          <p:cNvCxnSpPr>
            <a:cxnSpLocks/>
          </p:cNvCxnSpPr>
          <p:nvPr userDrawn="1"/>
        </p:nvCxnSpPr>
        <p:spPr>
          <a:xfrm>
            <a:off x="800100" y="3762332"/>
            <a:ext cx="105537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214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picture containing ocean floor&#10;&#10;Description automatically generated">
            <a:extLst>
              <a:ext uri="{FF2B5EF4-FFF2-40B4-BE49-F238E27FC236}">
                <a16:creationId xmlns:a16="http://schemas.microsoft.com/office/drawing/2014/main" id="{70EA7885-7931-B24B-8499-67A4135477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96C29BD-F121-614E-937A-0FE2936909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100" y="647701"/>
            <a:ext cx="7563494" cy="224657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Title style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06C54A2-406A-8E4A-9A2F-D0E47BAE5A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099" y="2931546"/>
            <a:ext cx="7563495" cy="505405"/>
          </a:xfrm>
        </p:spPr>
        <p:txBody>
          <a:bodyPr anchor="b">
            <a:noAutofit/>
          </a:bodyPr>
          <a:lstStyle>
            <a:lvl1pPr>
              <a:defRPr sz="2800">
                <a:solidFill>
                  <a:srgbClr val="D4D1D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E48681D7-BD26-DD4A-83F8-CC4789ACF9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100" y="3941112"/>
            <a:ext cx="7563494" cy="363896"/>
          </a:xfrm>
        </p:spPr>
        <p:txBody>
          <a:bodyPr anchor="t">
            <a:no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Speaker Name / Title / Department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D4B77C2-58D8-3547-BE9A-17CA8281CF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100" y="4306401"/>
            <a:ext cx="5199706" cy="295275"/>
          </a:xfrm>
        </p:spPr>
        <p:txBody>
          <a:bodyPr>
            <a:noAutofit/>
          </a:bodyPr>
          <a:lstStyle>
            <a:lvl1pPr>
              <a:defRPr sz="1600" b="1" i="0">
                <a:solidFill>
                  <a:srgbClr val="D4D1D1"/>
                </a:solidFill>
                <a:latin typeface="Lato" panose="020F0502020204030203" pitchFamily="34" charset="77"/>
              </a:defRPr>
            </a:lvl1pPr>
            <a:lvl2pPr>
              <a:defRPr>
                <a:solidFill>
                  <a:srgbClr val="00B0F0"/>
                </a:solidFill>
              </a:defRPr>
            </a:lvl2pPr>
            <a:lvl3pPr>
              <a:defRPr>
                <a:solidFill>
                  <a:srgbClr val="00B0F0"/>
                </a:solidFill>
              </a:defRPr>
            </a:lvl3pPr>
            <a:lvl4pPr>
              <a:defRPr>
                <a:solidFill>
                  <a:srgbClr val="00B0F0"/>
                </a:solidFill>
              </a:defRPr>
            </a:lvl4pPr>
            <a:lvl5pPr>
              <a:defRPr>
                <a:solidFill>
                  <a:srgbClr val="00B0F0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1ED3813A-8E7E-9F47-972D-2F0D116509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786" y="6147835"/>
            <a:ext cx="1734821" cy="331193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A56DD04E-065E-734C-B575-C9A2A9CDD9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6869" y="6156021"/>
            <a:ext cx="2022942" cy="33715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6C59BB-A00D-3740-8531-C0CE85C1DA71}"/>
              </a:ext>
            </a:extLst>
          </p:cNvPr>
          <p:cNvCxnSpPr>
            <a:cxnSpLocks/>
          </p:cNvCxnSpPr>
          <p:nvPr userDrawn="1"/>
        </p:nvCxnSpPr>
        <p:spPr>
          <a:xfrm>
            <a:off x="800100" y="3762332"/>
            <a:ext cx="105537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697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Opt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B55E88-9618-8546-B71A-4FEC6AF32A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96C29BD-F121-614E-937A-0FE2936909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100" y="647701"/>
            <a:ext cx="7563494" cy="224657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Title style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06C54A2-406A-8E4A-9A2F-D0E47BAE5A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099" y="2931546"/>
            <a:ext cx="7563495" cy="505405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E48681D7-BD26-DD4A-83F8-CC4789ACF9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100" y="3941112"/>
            <a:ext cx="7563494" cy="363896"/>
          </a:xfrm>
        </p:spPr>
        <p:txBody>
          <a:bodyPr anchor="t">
            <a:no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Speaker Name / Title / Department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D4B77C2-58D8-3547-BE9A-17CA8281CF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099" y="4306401"/>
            <a:ext cx="7563493" cy="295275"/>
          </a:xfrm>
        </p:spPr>
        <p:txBody>
          <a:bodyPr>
            <a:noAutofit/>
          </a:bodyPr>
          <a:lstStyle>
            <a:lvl1pPr>
              <a:defRPr sz="1600" b="1" i="0">
                <a:solidFill>
                  <a:schemeClr val="bg1"/>
                </a:solidFill>
                <a:latin typeface="Lato" panose="020F0502020204030203" pitchFamily="34" charset="77"/>
              </a:defRPr>
            </a:lvl1pPr>
            <a:lvl2pPr>
              <a:defRPr>
                <a:solidFill>
                  <a:srgbClr val="00B0F0"/>
                </a:solidFill>
              </a:defRPr>
            </a:lvl2pPr>
            <a:lvl3pPr>
              <a:defRPr>
                <a:solidFill>
                  <a:srgbClr val="00B0F0"/>
                </a:solidFill>
              </a:defRPr>
            </a:lvl3pPr>
            <a:lvl4pPr>
              <a:defRPr>
                <a:solidFill>
                  <a:srgbClr val="00B0F0"/>
                </a:solidFill>
              </a:defRPr>
            </a:lvl4pPr>
            <a:lvl5pPr>
              <a:defRPr>
                <a:solidFill>
                  <a:srgbClr val="00B0F0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8ED050-40D5-A24F-A212-66DA586E47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47200" y="6156325"/>
            <a:ext cx="2006600" cy="33655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4A1C82-3F0E-A346-9364-ED419CD3E0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0099" y="3740943"/>
            <a:ext cx="10553701" cy="4571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4572C5C-451A-2D42-9B95-A15C06558C7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9144" y="6156325"/>
            <a:ext cx="1734820" cy="322263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8671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4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96C29BD-F121-614E-937A-0FE2936909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100" y="638271"/>
            <a:ext cx="6449112" cy="2246574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rgbClr val="8C151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Title which can be up to three lines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25F811-2A79-9F4C-80E3-5C2145650C93}"/>
              </a:ext>
            </a:extLst>
          </p:cNvPr>
          <p:cNvCxnSpPr>
            <a:cxnSpLocks/>
          </p:cNvCxnSpPr>
          <p:nvPr userDrawn="1"/>
        </p:nvCxnSpPr>
        <p:spPr>
          <a:xfrm>
            <a:off x="0" y="5868971"/>
            <a:ext cx="1219200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307CEDF-4CC8-4C46-90A5-F713069E13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100" y="2903265"/>
            <a:ext cx="6553200" cy="505405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11" name="Text Placeholder 31">
            <a:extLst>
              <a:ext uri="{FF2B5EF4-FFF2-40B4-BE49-F238E27FC236}">
                <a16:creationId xmlns:a16="http://schemas.microsoft.com/office/drawing/2014/main" id="{DA6ACAC8-605D-E446-8124-2464FFFEE1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100" y="3836713"/>
            <a:ext cx="6553200" cy="416343"/>
          </a:xfrm>
        </p:spPr>
        <p:txBody>
          <a:bodyPr anchor="t">
            <a:no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Speaker Name / Title / Department</a:t>
            </a:r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89F1CAC4-174C-1A49-952F-43CFDFBEA8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100" y="4260940"/>
            <a:ext cx="6553200" cy="416337"/>
          </a:xfrm>
        </p:spPr>
        <p:txBody>
          <a:bodyPr>
            <a:noAutofit/>
          </a:bodyPr>
          <a:lstStyle>
            <a:lvl1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  <a:lvl2pPr>
              <a:defRPr>
                <a:solidFill>
                  <a:srgbClr val="00B0F0"/>
                </a:solidFill>
              </a:defRPr>
            </a:lvl2pPr>
            <a:lvl3pPr>
              <a:defRPr>
                <a:solidFill>
                  <a:srgbClr val="00B0F0"/>
                </a:solidFill>
              </a:defRPr>
            </a:lvl3pPr>
            <a:lvl4pPr>
              <a:defRPr>
                <a:solidFill>
                  <a:srgbClr val="00B0F0"/>
                </a:solidFill>
              </a:defRPr>
            </a:lvl4pPr>
            <a:lvl5pPr>
              <a:defRPr>
                <a:solidFill>
                  <a:srgbClr val="00B0F0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54BC1FF8-D33A-DE41-98F5-4A0296A1D1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786" y="6147835"/>
            <a:ext cx="1734821" cy="331193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7EDDDB1-E6A1-A041-9067-8A1CEC07BC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6869" y="6156021"/>
            <a:ext cx="2022942" cy="33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94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3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696" userDrawn="1">
          <p15:clr>
            <a:srgbClr val="FBAE40"/>
          </p15:clr>
        </p15:guide>
        <p15:guide id="4" orient="horz" pos="26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4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3A331C5C-6420-3241-B375-D7DF166588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786" y="6147835"/>
            <a:ext cx="1734821" cy="331193"/>
          </a:xfrm>
          <a:prstGeom prst="rect">
            <a:avLst/>
          </a:prstGeom>
        </p:spPr>
      </p:pic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060F3F50-B70B-0A4F-A874-02AB52479A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100" y="638271"/>
            <a:ext cx="6449112" cy="2246574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rgbClr val="8C151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Title which can be up to three lines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DBB2AB-B342-F240-B6FC-CB3DC589C205}"/>
              </a:ext>
            </a:extLst>
          </p:cNvPr>
          <p:cNvCxnSpPr>
            <a:cxnSpLocks/>
          </p:cNvCxnSpPr>
          <p:nvPr userDrawn="1"/>
        </p:nvCxnSpPr>
        <p:spPr>
          <a:xfrm>
            <a:off x="0" y="5868971"/>
            <a:ext cx="1219200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2E89B0A7-796E-2D40-8114-D574C54A70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100" y="2903265"/>
            <a:ext cx="6553200" cy="505405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11" name="Text Placeholder 31">
            <a:extLst>
              <a:ext uri="{FF2B5EF4-FFF2-40B4-BE49-F238E27FC236}">
                <a16:creationId xmlns:a16="http://schemas.microsoft.com/office/drawing/2014/main" id="{49EEFA02-258D-3749-8E3E-077DE41B68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100" y="3836713"/>
            <a:ext cx="6553200" cy="416343"/>
          </a:xfrm>
        </p:spPr>
        <p:txBody>
          <a:bodyPr anchor="t">
            <a:no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Speaker Name / Title / Department</a:t>
            </a:r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5DB91470-C8FF-3147-9809-A86334F4F1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100" y="4260940"/>
            <a:ext cx="6553200" cy="416337"/>
          </a:xfrm>
        </p:spPr>
        <p:txBody>
          <a:bodyPr>
            <a:noAutofit/>
          </a:bodyPr>
          <a:lstStyle>
            <a:lvl1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  <a:lvl2pPr>
              <a:defRPr>
                <a:solidFill>
                  <a:srgbClr val="00B0F0"/>
                </a:solidFill>
              </a:defRPr>
            </a:lvl2pPr>
            <a:lvl3pPr>
              <a:defRPr>
                <a:solidFill>
                  <a:srgbClr val="00B0F0"/>
                </a:solidFill>
              </a:defRPr>
            </a:lvl3pPr>
            <a:lvl4pPr>
              <a:defRPr>
                <a:solidFill>
                  <a:srgbClr val="00B0F0"/>
                </a:solidFill>
              </a:defRPr>
            </a:lvl4pPr>
            <a:lvl5pPr>
              <a:defRPr>
                <a:solidFill>
                  <a:srgbClr val="00B0F0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D8AFCA-FA67-E24E-9495-CCF857DFEA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6869" y="6156021"/>
            <a:ext cx="2022942" cy="33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064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3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696" userDrawn="1">
          <p15:clr>
            <a:srgbClr val="FBAE40"/>
          </p15:clr>
        </p15:guide>
        <p15:guide id="4" orient="horz" pos="26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4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03BB824F-06FE-B94E-B537-9D877034B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786" y="6147835"/>
            <a:ext cx="1734821" cy="331193"/>
          </a:xfrm>
          <a:prstGeom prst="rect">
            <a:avLst/>
          </a:prstGeom>
        </p:spPr>
      </p:pic>
      <p:sp>
        <p:nvSpPr>
          <p:cNvPr id="19" name="Text Placeholder 27">
            <a:extLst>
              <a:ext uri="{FF2B5EF4-FFF2-40B4-BE49-F238E27FC236}">
                <a16:creationId xmlns:a16="http://schemas.microsoft.com/office/drawing/2014/main" id="{5B0A1299-0246-3743-AB24-C4602BF869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100" y="638271"/>
            <a:ext cx="6449112" cy="2246574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rgbClr val="8C151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Title which can be up to three lines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B02F77-94C6-5A4F-B43F-1FD34B8E96FD}"/>
              </a:ext>
            </a:extLst>
          </p:cNvPr>
          <p:cNvCxnSpPr>
            <a:cxnSpLocks/>
          </p:cNvCxnSpPr>
          <p:nvPr userDrawn="1"/>
        </p:nvCxnSpPr>
        <p:spPr>
          <a:xfrm>
            <a:off x="0" y="5868971"/>
            <a:ext cx="1219200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3E42215A-5E35-6947-8078-831FD9A047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100" y="2903265"/>
            <a:ext cx="6553200" cy="505405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11" name="Text Placeholder 31">
            <a:extLst>
              <a:ext uri="{FF2B5EF4-FFF2-40B4-BE49-F238E27FC236}">
                <a16:creationId xmlns:a16="http://schemas.microsoft.com/office/drawing/2014/main" id="{CE188A12-DB61-8748-8225-2639A0A4C4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100" y="3836713"/>
            <a:ext cx="6553200" cy="416343"/>
          </a:xfrm>
        </p:spPr>
        <p:txBody>
          <a:bodyPr anchor="t">
            <a:no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Speaker Name / Title / Department</a:t>
            </a:r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D1C1B219-B6E0-4145-BFD4-5E71133047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100" y="4260940"/>
            <a:ext cx="6553200" cy="416337"/>
          </a:xfrm>
        </p:spPr>
        <p:txBody>
          <a:bodyPr>
            <a:noAutofit/>
          </a:bodyPr>
          <a:lstStyle>
            <a:lvl1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  <a:lvl2pPr>
              <a:defRPr>
                <a:solidFill>
                  <a:srgbClr val="00B0F0"/>
                </a:solidFill>
              </a:defRPr>
            </a:lvl2pPr>
            <a:lvl3pPr>
              <a:defRPr>
                <a:solidFill>
                  <a:srgbClr val="00B0F0"/>
                </a:solidFill>
              </a:defRPr>
            </a:lvl3pPr>
            <a:lvl4pPr>
              <a:defRPr>
                <a:solidFill>
                  <a:srgbClr val="00B0F0"/>
                </a:solidFill>
              </a:defRPr>
            </a:lvl4pPr>
            <a:lvl5pPr>
              <a:defRPr>
                <a:solidFill>
                  <a:srgbClr val="00B0F0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4DBD1A7E-27C8-2242-B24D-C13A92E0EF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6869" y="6156021"/>
            <a:ext cx="2022942" cy="33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60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3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696" userDrawn="1">
          <p15:clr>
            <a:srgbClr val="FBAE40"/>
          </p15:clr>
        </p15:guide>
        <p15:guide id="4" orient="horz" pos="26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5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96C29BD-F121-614E-937A-0FE2936909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099" y="647700"/>
            <a:ext cx="7013041" cy="2199440"/>
          </a:xfrm>
        </p:spPr>
        <p:txBody>
          <a:bodyPr anchor="b">
            <a:normAutofit/>
          </a:bodyPr>
          <a:lstStyle>
            <a:lvl1pPr>
              <a:defRPr sz="4800" b="1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Title style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06C54A2-406A-8E4A-9A2F-D0E47BAE5A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100" y="2884411"/>
            <a:ext cx="7013040" cy="505405"/>
          </a:xfrm>
        </p:spPr>
        <p:txBody>
          <a:bodyPr anchor="b">
            <a:noAutofit/>
          </a:bodyPr>
          <a:lstStyle>
            <a:lvl1pPr>
              <a:defRPr sz="2800">
                <a:solidFill>
                  <a:srgbClr val="8C151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E48681D7-BD26-DD4A-83F8-CC4789ACF9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099" y="3845860"/>
            <a:ext cx="7013041" cy="395476"/>
          </a:xfrm>
        </p:spPr>
        <p:txBody>
          <a:bodyPr anchor="t">
            <a:no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Speaker Name / Title / Department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D4B77C2-58D8-3547-BE9A-17CA8281CF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098" y="4241336"/>
            <a:ext cx="7013041" cy="395476"/>
          </a:xfrm>
        </p:spPr>
        <p:txBody>
          <a:bodyPr>
            <a:noAutofit/>
          </a:bodyPr>
          <a:lstStyle>
            <a:lvl1pPr>
              <a:defRPr sz="1800" b="0" i="0">
                <a:solidFill>
                  <a:srgbClr val="8C1515"/>
                </a:solidFill>
                <a:latin typeface="Lato" panose="020F0502020204030203" pitchFamily="34" charset="77"/>
              </a:defRPr>
            </a:lvl1pPr>
            <a:lvl2pPr>
              <a:defRPr>
                <a:solidFill>
                  <a:srgbClr val="00B0F0"/>
                </a:solidFill>
              </a:defRPr>
            </a:lvl2pPr>
            <a:lvl3pPr>
              <a:defRPr>
                <a:solidFill>
                  <a:srgbClr val="00B0F0"/>
                </a:solidFill>
              </a:defRPr>
            </a:lvl3pPr>
            <a:lvl4pPr>
              <a:defRPr>
                <a:solidFill>
                  <a:srgbClr val="00B0F0"/>
                </a:solidFill>
              </a:defRPr>
            </a:lvl4pPr>
            <a:lvl5pPr>
              <a:defRPr>
                <a:solidFill>
                  <a:srgbClr val="00B0F0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A191257-6D86-9042-A3D7-71EF3494F1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786" y="6147835"/>
            <a:ext cx="1734821" cy="33119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ED364AF-F2B9-A44B-8E62-AFF26C49BA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5982" y="6156021"/>
            <a:ext cx="2022942" cy="33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9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6">
    <p:bg>
      <p:bgPr>
        <a:solidFill>
          <a:srgbClr val="D4D1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96C29BD-F121-614E-937A-0FE2936909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099" y="487442"/>
            <a:ext cx="6210301" cy="224657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Title which can be up to three lines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06C54A2-406A-8E4A-9A2F-D0E47BAE5A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100" y="2903265"/>
            <a:ext cx="5947562" cy="505405"/>
          </a:xfrm>
        </p:spPr>
        <p:txBody>
          <a:bodyPr anchor="b">
            <a:noAutofit/>
          </a:bodyPr>
          <a:lstStyle>
            <a:lvl1pPr>
              <a:defRPr sz="2800">
                <a:solidFill>
                  <a:srgbClr val="8C151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E48681D7-BD26-DD4A-83F8-CC4789ACF9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100" y="4413375"/>
            <a:ext cx="5947564" cy="374254"/>
          </a:xfrm>
        </p:spPr>
        <p:txBody>
          <a:bodyPr anchor="t">
            <a:no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Speaker Name / Title / Department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D4B77C2-58D8-3547-BE9A-17CA8281CF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097" y="4806484"/>
            <a:ext cx="5947565" cy="374251"/>
          </a:xfrm>
        </p:spPr>
        <p:txBody>
          <a:bodyPr>
            <a:noAutofit/>
          </a:bodyPr>
          <a:lstStyle>
            <a:lvl1pPr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502020204030203" pitchFamily="34" charset="77"/>
              </a:defRPr>
            </a:lvl1pPr>
            <a:lvl2pPr>
              <a:defRPr>
                <a:solidFill>
                  <a:srgbClr val="00B0F0"/>
                </a:solidFill>
              </a:defRPr>
            </a:lvl2pPr>
            <a:lvl3pPr>
              <a:defRPr>
                <a:solidFill>
                  <a:srgbClr val="00B0F0"/>
                </a:solidFill>
              </a:defRPr>
            </a:lvl3pPr>
            <a:lvl4pPr>
              <a:defRPr>
                <a:solidFill>
                  <a:srgbClr val="00B0F0"/>
                </a:solidFill>
              </a:defRPr>
            </a:lvl4pPr>
            <a:lvl5pPr>
              <a:defRPr>
                <a:solidFill>
                  <a:srgbClr val="00B0F0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D2C9AD-CFDA-224D-8C1F-3CF1600D138A}"/>
              </a:ext>
            </a:extLst>
          </p:cNvPr>
          <p:cNvCxnSpPr>
            <a:cxnSpLocks/>
          </p:cNvCxnSpPr>
          <p:nvPr userDrawn="1"/>
        </p:nvCxnSpPr>
        <p:spPr>
          <a:xfrm>
            <a:off x="0" y="4191000"/>
            <a:ext cx="734082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25F811-2A79-9F4C-80E3-5C2145650C93}"/>
              </a:ext>
            </a:extLst>
          </p:cNvPr>
          <p:cNvCxnSpPr>
            <a:cxnSpLocks/>
          </p:cNvCxnSpPr>
          <p:nvPr userDrawn="1"/>
        </p:nvCxnSpPr>
        <p:spPr>
          <a:xfrm>
            <a:off x="0" y="5868971"/>
            <a:ext cx="1219200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2BBD6D63-68E7-7543-862D-BA63B5F68F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786" y="6147835"/>
            <a:ext cx="1734821" cy="331193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2D8E87E-D5FA-C044-B53C-5AD169C3F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46869" y="6156021"/>
            <a:ext cx="2022942" cy="337157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DD1034-BE6B-844F-A01D-A20EB1C2374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40826" y="0"/>
            <a:ext cx="4851173" cy="5868988"/>
          </a:xfrm>
          <a:solidFill>
            <a:schemeClr val="bg1"/>
          </a:solidFill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72189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3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696" userDrawn="1">
          <p15:clr>
            <a:srgbClr val="FBAE40"/>
          </p15:clr>
        </p15:guide>
        <p15:guide id="4" orient="horz" pos="26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4A - Printabl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96C29BD-F121-614E-937A-0FE2936909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100" y="638271"/>
            <a:ext cx="6449112" cy="2246574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rgbClr val="8C151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Title which can be up to three lines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25F811-2A79-9F4C-80E3-5C2145650C93}"/>
              </a:ext>
            </a:extLst>
          </p:cNvPr>
          <p:cNvCxnSpPr>
            <a:cxnSpLocks/>
          </p:cNvCxnSpPr>
          <p:nvPr userDrawn="1"/>
        </p:nvCxnSpPr>
        <p:spPr>
          <a:xfrm>
            <a:off x="0" y="5868971"/>
            <a:ext cx="1219200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307CEDF-4CC8-4C46-90A5-F713069E13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100" y="2903265"/>
            <a:ext cx="6553200" cy="505405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11" name="Text Placeholder 31">
            <a:extLst>
              <a:ext uri="{FF2B5EF4-FFF2-40B4-BE49-F238E27FC236}">
                <a16:creationId xmlns:a16="http://schemas.microsoft.com/office/drawing/2014/main" id="{DA6ACAC8-605D-E446-8124-2464FFFEE1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100" y="3836713"/>
            <a:ext cx="6553200" cy="416343"/>
          </a:xfrm>
        </p:spPr>
        <p:txBody>
          <a:bodyPr anchor="t">
            <a:no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Speaker Name / Title / Department</a:t>
            </a:r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89F1CAC4-174C-1A49-952F-43CFDFBEA8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100" y="4260940"/>
            <a:ext cx="6553200" cy="416337"/>
          </a:xfrm>
        </p:spPr>
        <p:txBody>
          <a:bodyPr>
            <a:noAutofit/>
          </a:bodyPr>
          <a:lstStyle>
            <a:lvl1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  <a:lvl2pPr>
              <a:defRPr>
                <a:solidFill>
                  <a:srgbClr val="00B0F0"/>
                </a:solidFill>
              </a:defRPr>
            </a:lvl2pPr>
            <a:lvl3pPr>
              <a:defRPr>
                <a:solidFill>
                  <a:srgbClr val="00B0F0"/>
                </a:solidFill>
              </a:defRPr>
            </a:lvl3pPr>
            <a:lvl4pPr>
              <a:defRPr>
                <a:solidFill>
                  <a:srgbClr val="00B0F0"/>
                </a:solidFill>
              </a:defRPr>
            </a:lvl4pPr>
            <a:lvl5pPr>
              <a:defRPr>
                <a:solidFill>
                  <a:srgbClr val="00B0F0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54BC1FF8-D33A-DE41-98F5-4A0296A1D1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786" y="6147835"/>
            <a:ext cx="1734821" cy="331193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7EDDDB1-E6A1-A041-9067-8A1CEC07BC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6869" y="6156021"/>
            <a:ext cx="2022942" cy="33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572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3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696" userDrawn="1">
          <p15:clr>
            <a:srgbClr val="FBAE40"/>
          </p15:clr>
        </p15:guide>
        <p15:guide id="4" orient="horz" pos="26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4B - Printabl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3A331C5C-6420-3241-B375-D7DF166588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786" y="6147835"/>
            <a:ext cx="1734821" cy="331193"/>
          </a:xfrm>
          <a:prstGeom prst="rect">
            <a:avLst/>
          </a:prstGeom>
        </p:spPr>
      </p:pic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060F3F50-B70B-0A4F-A874-02AB52479A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100" y="638271"/>
            <a:ext cx="6449112" cy="2246574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rgbClr val="8C151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Title which can be up to three lines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DBB2AB-B342-F240-B6FC-CB3DC589C205}"/>
              </a:ext>
            </a:extLst>
          </p:cNvPr>
          <p:cNvCxnSpPr>
            <a:cxnSpLocks/>
          </p:cNvCxnSpPr>
          <p:nvPr userDrawn="1"/>
        </p:nvCxnSpPr>
        <p:spPr>
          <a:xfrm>
            <a:off x="0" y="5868971"/>
            <a:ext cx="1219200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2E89B0A7-796E-2D40-8114-D574C54A70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100" y="2903265"/>
            <a:ext cx="6553200" cy="505405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11" name="Text Placeholder 31">
            <a:extLst>
              <a:ext uri="{FF2B5EF4-FFF2-40B4-BE49-F238E27FC236}">
                <a16:creationId xmlns:a16="http://schemas.microsoft.com/office/drawing/2014/main" id="{49EEFA02-258D-3749-8E3E-077DE41B68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100" y="3836713"/>
            <a:ext cx="6553200" cy="416343"/>
          </a:xfrm>
        </p:spPr>
        <p:txBody>
          <a:bodyPr anchor="t">
            <a:no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Speaker Name / Title / Department</a:t>
            </a:r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5DB91470-C8FF-3147-9809-A86334F4F1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100" y="4260940"/>
            <a:ext cx="6553200" cy="416337"/>
          </a:xfrm>
        </p:spPr>
        <p:txBody>
          <a:bodyPr>
            <a:noAutofit/>
          </a:bodyPr>
          <a:lstStyle>
            <a:lvl1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  <a:lvl2pPr>
              <a:defRPr>
                <a:solidFill>
                  <a:srgbClr val="00B0F0"/>
                </a:solidFill>
              </a:defRPr>
            </a:lvl2pPr>
            <a:lvl3pPr>
              <a:defRPr>
                <a:solidFill>
                  <a:srgbClr val="00B0F0"/>
                </a:solidFill>
              </a:defRPr>
            </a:lvl3pPr>
            <a:lvl4pPr>
              <a:defRPr>
                <a:solidFill>
                  <a:srgbClr val="00B0F0"/>
                </a:solidFill>
              </a:defRPr>
            </a:lvl4pPr>
            <a:lvl5pPr>
              <a:defRPr>
                <a:solidFill>
                  <a:srgbClr val="00B0F0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D8AFCA-FA67-E24E-9495-CCF857DFEA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6869" y="6156021"/>
            <a:ext cx="2022942" cy="33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370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3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696" userDrawn="1">
          <p15:clr>
            <a:srgbClr val="FBAE40"/>
          </p15:clr>
        </p15:guide>
        <p15:guide id="4" orient="horz" pos="26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Option 4C - Printabl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03BB824F-06FE-B94E-B537-9D877034B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786" y="6147835"/>
            <a:ext cx="1734821" cy="331193"/>
          </a:xfrm>
          <a:prstGeom prst="rect">
            <a:avLst/>
          </a:prstGeom>
        </p:spPr>
      </p:pic>
      <p:sp>
        <p:nvSpPr>
          <p:cNvPr id="19" name="Text Placeholder 27">
            <a:extLst>
              <a:ext uri="{FF2B5EF4-FFF2-40B4-BE49-F238E27FC236}">
                <a16:creationId xmlns:a16="http://schemas.microsoft.com/office/drawing/2014/main" id="{5B0A1299-0246-3743-AB24-C4602BF869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100" y="638271"/>
            <a:ext cx="6449112" cy="2246574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rgbClr val="8C151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Title which can be up to three lines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B02F77-94C6-5A4F-B43F-1FD34B8E96FD}"/>
              </a:ext>
            </a:extLst>
          </p:cNvPr>
          <p:cNvCxnSpPr>
            <a:cxnSpLocks/>
          </p:cNvCxnSpPr>
          <p:nvPr userDrawn="1"/>
        </p:nvCxnSpPr>
        <p:spPr>
          <a:xfrm>
            <a:off x="0" y="5868971"/>
            <a:ext cx="1219200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3E42215A-5E35-6947-8078-831FD9A047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100" y="2903265"/>
            <a:ext cx="6553200" cy="505405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11" name="Text Placeholder 31">
            <a:extLst>
              <a:ext uri="{FF2B5EF4-FFF2-40B4-BE49-F238E27FC236}">
                <a16:creationId xmlns:a16="http://schemas.microsoft.com/office/drawing/2014/main" id="{CE188A12-DB61-8748-8225-2639A0A4C4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100" y="3836713"/>
            <a:ext cx="6553200" cy="416343"/>
          </a:xfrm>
        </p:spPr>
        <p:txBody>
          <a:bodyPr anchor="t">
            <a:no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Speaker Name / Title / Department</a:t>
            </a:r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D1C1B219-B6E0-4145-BFD4-5E71133047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100" y="4260940"/>
            <a:ext cx="6553200" cy="416337"/>
          </a:xfrm>
        </p:spPr>
        <p:txBody>
          <a:bodyPr>
            <a:noAutofit/>
          </a:bodyPr>
          <a:lstStyle>
            <a:lvl1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  <a:lvl2pPr>
              <a:defRPr>
                <a:solidFill>
                  <a:srgbClr val="00B0F0"/>
                </a:solidFill>
              </a:defRPr>
            </a:lvl2pPr>
            <a:lvl3pPr>
              <a:defRPr>
                <a:solidFill>
                  <a:srgbClr val="00B0F0"/>
                </a:solidFill>
              </a:defRPr>
            </a:lvl3pPr>
            <a:lvl4pPr>
              <a:defRPr>
                <a:solidFill>
                  <a:srgbClr val="00B0F0"/>
                </a:solidFill>
              </a:defRPr>
            </a:lvl4pPr>
            <a:lvl5pPr>
              <a:defRPr>
                <a:solidFill>
                  <a:srgbClr val="00B0F0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4DBD1A7E-27C8-2242-B24D-C13A92E0EF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6869" y="6156021"/>
            <a:ext cx="2022942" cy="33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772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3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696" userDrawn="1">
          <p15:clr>
            <a:srgbClr val="FBAE40"/>
          </p15:clr>
        </p15:guide>
        <p15:guide id="4" orient="horz" pos="26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6 - Prin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96C29BD-F121-614E-937A-0FE2936909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099" y="487442"/>
            <a:ext cx="5947565" cy="224657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Title which can be up to three lines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06C54A2-406A-8E4A-9A2F-D0E47BAE5A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100" y="2903265"/>
            <a:ext cx="5947562" cy="505405"/>
          </a:xfrm>
        </p:spPr>
        <p:txBody>
          <a:bodyPr anchor="b">
            <a:noAutofit/>
          </a:bodyPr>
          <a:lstStyle>
            <a:lvl1pPr>
              <a:defRPr sz="2800">
                <a:solidFill>
                  <a:srgbClr val="8C151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E48681D7-BD26-DD4A-83F8-CC4789ACF9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100" y="4413375"/>
            <a:ext cx="5947564" cy="374254"/>
          </a:xfrm>
        </p:spPr>
        <p:txBody>
          <a:bodyPr anchor="t">
            <a:no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Speaker Name / Title / Department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D4B77C2-58D8-3547-BE9A-17CA8281CF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097" y="4806484"/>
            <a:ext cx="5947565" cy="374251"/>
          </a:xfrm>
        </p:spPr>
        <p:txBody>
          <a:bodyPr>
            <a:noAutofit/>
          </a:bodyPr>
          <a:lstStyle>
            <a:lvl1pPr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502020204030203" pitchFamily="34" charset="77"/>
              </a:defRPr>
            </a:lvl1pPr>
            <a:lvl2pPr>
              <a:defRPr>
                <a:solidFill>
                  <a:srgbClr val="00B0F0"/>
                </a:solidFill>
              </a:defRPr>
            </a:lvl2pPr>
            <a:lvl3pPr>
              <a:defRPr>
                <a:solidFill>
                  <a:srgbClr val="00B0F0"/>
                </a:solidFill>
              </a:defRPr>
            </a:lvl3pPr>
            <a:lvl4pPr>
              <a:defRPr>
                <a:solidFill>
                  <a:srgbClr val="00B0F0"/>
                </a:solidFill>
              </a:defRPr>
            </a:lvl4pPr>
            <a:lvl5pPr>
              <a:defRPr>
                <a:solidFill>
                  <a:srgbClr val="00B0F0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D2C9AD-CFDA-224D-8C1F-3CF1600D138A}"/>
              </a:ext>
            </a:extLst>
          </p:cNvPr>
          <p:cNvCxnSpPr>
            <a:cxnSpLocks/>
          </p:cNvCxnSpPr>
          <p:nvPr userDrawn="1"/>
        </p:nvCxnSpPr>
        <p:spPr>
          <a:xfrm>
            <a:off x="0" y="4191000"/>
            <a:ext cx="734082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25F811-2A79-9F4C-80E3-5C2145650C93}"/>
              </a:ext>
            </a:extLst>
          </p:cNvPr>
          <p:cNvCxnSpPr>
            <a:cxnSpLocks/>
          </p:cNvCxnSpPr>
          <p:nvPr userDrawn="1"/>
        </p:nvCxnSpPr>
        <p:spPr>
          <a:xfrm>
            <a:off x="0" y="5868971"/>
            <a:ext cx="1219200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2BBD6D63-68E7-7543-862D-BA63B5F68F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786" y="6147835"/>
            <a:ext cx="1734821" cy="331193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2D8E87E-D5FA-C044-B53C-5AD169C3F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46869" y="6156021"/>
            <a:ext cx="2022942" cy="337157"/>
          </a:xfrm>
          <a:prstGeom prst="rect">
            <a:avLst/>
          </a:prstGeom>
        </p:spPr>
      </p:pic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70DAFBF7-20F6-DA42-873E-AC5024D821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40826" y="0"/>
            <a:ext cx="4851173" cy="5868988"/>
          </a:xfrm>
          <a:solidFill>
            <a:schemeClr val="bg2"/>
          </a:solidFill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50682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3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696" userDrawn="1">
          <p15:clr>
            <a:srgbClr val="FBAE40"/>
          </p15:clr>
        </p15:guide>
        <p15:guide id="4" orient="horz" pos="26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2C7B1-D8C7-F946-BDEC-0EFE67A9A6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208F39-E724-4149-8D36-3B5FD266B0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819275"/>
            <a:ext cx="10515600" cy="45608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2780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0F7D61A-F64B-A54D-BB59-664075AAD2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636586"/>
            <a:ext cx="3411930" cy="1116014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344577E-F773-6C4C-AE60-FB719D99A4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3687" y="723007"/>
            <a:ext cx="3384626" cy="398482"/>
          </a:xfrm>
        </p:spPr>
        <p:txBody>
          <a:bodyPr/>
          <a:lstStyle>
            <a:lvl1pPr>
              <a:defRPr sz="2000">
                <a:solidFill>
                  <a:srgbClr val="B83A4B"/>
                </a:solidFill>
                <a:latin typeface="Lato" panose="020F0502020204030203" pitchFamily="34" charset="77"/>
              </a:defRPr>
            </a:lvl1pPr>
            <a:lvl2pPr>
              <a:defRPr sz="2000">
                <a:latin typeface="Lato" panose="020F0502020204030203" pitchFamily="34" charset="77"/>
              </a:defRPr>
            </a:lvl2pPr>
          </a:lstStyle>
          <a:p>
            <a:pPr lvl="0"/>
            <a:r>
              <a:rPr lang="en-US"/>
              <a:t>Section 1 Title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D518763A-6065-A341-A8B2-AE7F8D1A9B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3687" y="2270224"/>
            <a:ext cx="3384626" cy="398482"/>
          </a:xfrm>
        </p:spPr>
        <p:txBody>
          <a:bodyPr/>
          <a:lstStyle>
            <a:lvl1pPr>
              <a:defRPr sz="2000">
                <a:solidFill>
                  <a:srgbClr val="B83A4B"/>
                </a:solidFill>
                <a:latin typeface="Lato" panose="020F0502020204030203" pitchFamily="34" charset="77"/>
              </a:defRPr>
            </a:lvl1pPr>
            <a:lvl2pPr>
              <a:defRPr sz="2000">
                <a:latin typeface="Lato" panose="020F0502020204030203" pitchFamily="34" charset="77"/>
              </a:defRPr>
            </a:lvl2pPr>
          </a:lstStyle>
          <a:p>
            <a:pPr lvl="0"/>
            <a:r>
              <a:rPr lang="en-US"/>
              <a:t>Section 2 Title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F4F60F32-F7FC-D74A-B61F-062B52187D1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3687" y="3798312"/>
            <a:ext cx="3384626" cy="398482"/>
          </a:xfrm>
        </p:spPr>
        <p:txBody>
          <a:bodyPr/>
          <a:lstStyle>
            <a:lvl1pPr>
              <a:defRPr sz="2000">
                <a:solidFill>
                  <a:srgbClr val="B83A4B"/>
                </a:solidFill>
                <a:latin typeface="Lato" panose="020F0502020204030203" pitchFamily="34" charset="77"/>
              </a:defRPr>
            </a:lvl1pPr>
            <a:lvl2pPr>
              <a:defRPr sz="2000">
                <a:latin typeface="Lato" panose="020F0502020204030203" pitchFamily="34" charset="77"/>
              </a:defRPr>
            </a:lvl2pPr>
          </a:lstStyle>
          <a:p>
            <a:pPr lvl="0"/>
            <a:r>
              <a:rPr lang="en-US"/>
              <a:t>Section 3 Title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C127CDD6-FBEF-EE4C-9F38-757B119F09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79932" y="711892"/>
            <a:ext cx="3384626" cy="398482"/>
          </a:xfrm>
        </p:spPr>
        <p:txBody>
          <a:bodyPr/>
          <a:lstStyle>
            <a:lvl1pPr>
              <a:defRPr sz="2000">
                <a:solidFill>
                  <a:srgbClr val="B83A4B"/>
                </a:solidFill>
                <a:latin typeface="Lato" panose="020F0502020204030203" pitchFamily="34" charset="77"/>
              </a:defRPr>
            </a:lvl1pPr>
            <a:lvl2pPr>
              <a:defRPr sz="2000">
                <a:latin typeface="Lato" panose="020F0502020204030203" pitchFamily="34" charset="77"/>
              </a:defRPr>
            </a:lvl2pPr>
          </a:lstStyle>
          <a:p>
            <a:pPr lvl="0"/>
            <a:r>
              <a:rPr lang="en-US"/>
              <a:t>Section 4 Title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12475248-C410-E548-A28F-8AA6518566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79932" y="2259109"/>
            <a:ext cx="3384626" cy="398482"/>
          </a:xfrm>
        </p:spPr>
        <p:txBody>
          <a:bodyPr/>
          <a:lstStyle>
            <a:lvl1pPr>
              <a:defRPr sz="2000">
                <a:solidFill>
                  <a:srgbClr val="B83A4B"/>
                </a:solidFill>
                <a:latin typeface="Lato" panose="020F0502020204030203" pitchFamily="34" charset="77"/>
              </a:defRPr>
            </a:lvl1pPr>
            <a:lvl2pPr>
              <a:defRPr sz="2000">
                <a:latin typeface="Lato" panose="020F0502020204030203" pitchFamily="34" charset="77"/>
              </a:defRPr>
            </a:lvl2pPr>
          </a:lstStyle>
          <a:p>
            <a:pPr lvl="0"/>
            <a:r>
              <a:rPr lang="en-US"/>
              <a:t>Section 5 Title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0E28E414-0678-DA4E-9D26-1094523653F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79932" y="3787197"/>
            <a:ext cx="3384626" cy="398482"/>
          </a:xfrm>
        </p:spPr>
        <p:txBody>
          <a:bodyPr/>
          <a:lstStyle>
            <a:lvl1pPr>
              <a:defRPr sz="2000">
                <a:solidFill>
                  <a:srgbClr val="B83A4B"/>
                </a:solidFill>
                <a:latin typeface="Lato" panose="020F0502020204030203" pitchFamily="34" charset="77"/>
              </a:defRPr>
            </a:lvl1pPr>
            <a:lvl2pPr>
              <a:defRPr sz="2000">
                <a:latin typeface="Lato" panose="020F0502020204030203" pitchFamily="34" charset="77"/>
              </a:defRPr>
            </a:lvl2pPr>
          </a:lstStyle>
          <a:p>
            <a:pPr lvl="0"/>
            <a:r>
              <a:rPr lang="en-US"/>
              <a:t>Section 6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9C2C1-E88D-9641-A57C-DEA0DF94946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03725" y="1136987"/>
            <a:ext cx="3384588" cy="1116013"/>
          </a:xfrm>
        </p:spPr>
        <p:txBody>
          <a:bodyPr/>
          <a:lstStyle>
            <a:lvl1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B69A155-606B-C744-8B99-0CF0DA55C2A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03725" y="2686682"/>
            <a:ext cx="3384588" cy="1116013"/>
          </a:xfrm>
        </p:spPr>
        <p:txBody>
          <a:bodyPr/>
          <a:lstStyle>
            <a:lvl1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B91FA69-9C72-4A4B-A704-BCCEB65325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03687" y="4218136"/>
            <a:ext cx="3384588" cy="1116013"/>
          </a:xfrm>
        </p:spPr>
        <p:txBody>
          <a:bodyPr/>
          <a:lstStyle>
            <a:lvl1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BA8AD4FE-D3EB-7542-8CA9-11FC4C6AB9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79970" y="1115645"/>
            <a:ext cx="3384588" cy="1116013"/>
          </a:xfrm>
        </p:spPr>
        <p:txBody>
          <a:bodyPr/>
          <a:lstStyle>
            <a:lvl1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FD439FD8-111D-C140-83D2-B951A675E36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79970" y="2665340"/>
            <a:ext cx="3384588" cy="1116013"/>
          </a:xfrm>
        </p:spPr>
        <p:txBody>
          <a:bodyPr/>
          <a:lstStyle>
            <a:lvl1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BFAC5FD-3370-B943-8AB7-C4860F84442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79932" y="4196794"/>
            <a:ext cx="3384588" cy="1116013"/>
          </a:xfrm>
        </p:spPr>
        <p:txBody>
          <a:bodyPr/>
          <a:lstStyle>
            <a:lvl1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59BC7E-F9ED-D345-B396-E98E4ECEF9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1652"/>
            <a:ext cx="12192000" cy="20922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5BAE47A-E69C-8743-80B3-B25F763F639C}"/>
              </a:ext>
            </a:extLst>
          </p:cNvPr>
          <p:cNvSpPr/>
          <p:nvPr userDrawn="1"/>
        </p:nvSpPr>
        <p:spPr>
          <a:xfrm>
            <a:off x="0" y="-13960"/>
            <a:ext cx="12192000" cy="211532"/>
          </a:xfrm>
          <a:prstGeom prst="rect">
            <a:avLst/>
          </a:prstGeom>
          <a:solidFill>
            <a:srgbClr val="D4D1D1">
              <a:alpha val="2498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ooter Placeholder 2">
            <a:extLst>
              <a:ext uri="{FF2B5EF4-FFF2-40B4-BE49-F238E27FC236}">
                <a16:creationId xmlns:a16="http://schemas.microsoft.com/office/drawing/2014/main" id="{AAB72E5F-FF5D-5C48-B3A4-90542FB05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SECTION TITLE AND/OR DEPARTMENT</a:t>
            </a:r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C8A2EE5A-F49D-784B-9008-274844490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52B60363-7E9F-BF4A-894A-A30319D393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64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F9B11A2-779F-3C42-AF52-2C7E5CE3C94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383050" y="723007"/>
            <a:ext cx="1712950" cy="325827"/>
          </a:xfrm>
        </p:spPr>
        <p:txBody>
          <a:bodyPr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buNone/>
              <a:defRPr sz="1400" b="1" i="0">
                <a:solidFill>
                  <a:srgbClr val="B83A4B"/>
                </a:solidFill>
                <a:latin typeface="Lato" panose="020F0502020204030203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0:00 – 0:00AM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101AEEB-891B-1144-AAD2-95E40B05416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1" y="722981"/>
            <a:ext cx="5295899" cy="325853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600" b="1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  <a:lvl2pPr marL="0" indent="0">
              <a:lnSpc>
                <a:spcPts val="2000"/>
              </a:lnSpc>
              <a:spcBef>
                <a:spcPts val="500"/>
              </a:spcBef>
              <a:buNone/>
              <a:defRPr sz="1400" b="0" i="1">
                <a:latin typeface="Montserrat" pitchFamily="2" charset="77"/>
              </a:defRPr>
            </a:lvl2pPr>
          </a:lstStyle>
          <a:p>
            <a:pPr lvl="0"/>
            <a:r>
              <a:rPr lang="en-US"/>
              <a:t>Topic or Session Title Goes Here</a:t>
            </a:r>
          </a:p>
        </p:txBody>
      </p:sp>
      <p:sp>
        <p:nvSpPr>
          <p:cNvPr id="7" name="Text Placeholder 44">
            <a:extLst>
              <a:ext uri="{FF2B5EF4-FFF2-40B4-BE49-F238E27FC236}">
                <a16:creationId xmlns:a16="http://schemas.microsoft.com/office/drawing/2014/main" id="{9534EBBC-3C59-144F-AD22-A7E2D666AD6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1" y="1048833"/>
            <a:ext cx="5295899" cy="376157"/>
          </a:xfrm>
        </p:spPr>
        <p:txBody>
          <a:bodyPr>
            <a:normAutofit/>
          </a:bodyPr>
          <a:lstStyle>
            <a:lvl1pPr marL="0" indent="0">
              <a:lnSpc>
                <a:spcPts val="1900"/>
              </a:lnSpc>
              <a:spcBef>
                <a:spcPts val="600"/>
              </a:spcBef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Speaker Name, Speaker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98DBFF5-7446-3C4A-950D-4375660B1C12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383050" y="1520675"/>
            <a:ext cx="1712950" cy="325827"/>
          </a:xfrm>
        </p:spPr>
        <p:txBody>
          <a:bodyPr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buNone/>
              <a:defRPr sz="1400" b="1" i="0">
                <a:solidFill>
                  <a:srgbClr val="B83A4B"/>
                </a:solidFill>
                <a:latin typeface="Lato" panose="020F0502020204030203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0:00 – 0:00AM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18C17B4-D4FB-0B42-A5E0-F51AC7DAB5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1" y="1520649"/>
            <a:ext cx="5295899" cy="325853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600" b="1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  <a:lvl2pPr marL="0" indent="0">
              <a:lnSpc>
                <a:spcPts val="2000"/>
              </a:lnSpc>
              <a:spcBef>
                <a:spcPts val="500"/>
              </a:spcBef>
              <a:buNone/>
              <a:defRPr sz="1400" b="0" i="1">
                <a:latin typeface="Montserrat" pitchFamily="2" charset="77"/>
              </a:defRPr>
            </a:lvl2pPr>
          </a:lstStyle>
          <a:p>
            <a:pPr lvl="0"/>
            <a:r>
              <a:rPr lang="en-US"/>
              <a:t>Topic or Session Title Goes Here</a:t>
            </a:r>
          </a:p>
        </p:txBody>
      </p:sp>
      <p:sp>
        <p:nvSpPr>
          <p:cNvPr id="10" name="Text Placeholder 44">
            <a:extLst>
              <a:ext uri="{FF2B5EF4-FFF2-40B4-BE49-F238E27FC236}">
                <a16:creationId xmlns:a16="http://schemas.microsoft.com/office/drawing/2014/main" id="{47B4CB48-48A3-D842-B2DF-513FEA8E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1" y="1846501"/>
            <a:ext cx="5295899" cy="376157"/>
          </a:xfrm>
        </p:spPr>
        <p:txBody>
          <a:bodyPr>
            <a:normAutofit/>
          </a:bodyPr>
          <a:lstStyle>
            <a:lvl1pPr marL="0" indent="0">
              <a:lnSpc>
                <a:spcPts val="1900"/>
              </a:lnSpc>
              <a:spcBef>
                <a:spcPts val="600"/>
              </a:spcBef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Speaker Name, Speaker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30147AF-ABA1-1D4D-A300-E21CC4145FBB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383050" y="2324828"/>
            <a:ext cx="1712950" cy="325827"/>
          </a:xfrm>
        </p:spPr>
        <p:txBody>
          <a:bodyPr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buNone/>
              <a:defRPr sz="1400" b="1" i="0">
                <a:solidFill>
                  <a:srgbClr val="B83A4B"/>
                </a:solidFill>
                <a:latin typeface="Lato" panose="020F0502020204030203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0:00 – 0:00AM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FC537A5-401B-1F40-AF49-B37B2B264F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1" y="2324802"/>
            <a:ext cx="5295899" cy="325853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600" b="1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  <a:lvl2pPr marL="0" indent="0">
              <a:lnSpc>
                <a:spcPts val="2000"/>
              </a:lnSpc>
              <a:spcBef>
                <a:spcPts val="500"/>
              </a:spcBef>
              <a:buNone/>
              <a:defRPr sz="1400" b="0" i="1">
                <a:latin typeface="Montserrat" pitchFamily="2" charset="77"/>
              </a:defRPr>
            </a:lvl2pPr>
          </a:lstStyle>
          <a:p>
            <a:pPr lvl="0"/>
            <a:r>
              <a:rPr lang="en-US"/>
              <a:t>Topic or Session Title Goes Here</a:t>
            </a:r>
          </a:p>
        </p:txBody>
      </p:sp>
      <p:sp>
        <p:nvSpPr>
          <p:cNvPr id="13" name="Text Placeholder 44">
            <a:extLst>
              <a:ext uri="{FF2B5EF4-FFF2-40B4-BE49-F238E27FC236}">
                <a16:creationId xmlns:a16="http://schemas.microsoft.com/office/drawing/2014/main" id="{7403F2DD-4415-E94D-80FE-E550E301C1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96001" y="2650654"/>
            <a:ext cx="5295899" cy="376157"/>
          </a:xfrm>
        </p:spPr>
        <p:txBody>
          <a:bodyPr>
            <a:normAutofit/>
          </a:bodyPr>
          <a:lstStyle>
            <a:lvl1pPr marL="0" indent="0">
              <a:lnSpc>
                <a:spcPts val="1900"/>
              </a:lnSpc>
              <a:spcBef>
                <a:spcPts val="600"/>
              </a:spcBef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Speaker Name, Speaker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EB1C3F4-F116-AE42-AD4C-1C3E640082A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4383050" y="3135454"/>
            <a:ext cx="1712950" cy="325827"/>
          </a:xfrm>
        </p:spPr>
        <p:txBody>
          <a:bodyPr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buNone/>
              <a:defRPr sz="1400" b="1" i="0">
                <a:solidFill>
                  <a:srgbClr val="B83A4B"/>
                </a:solidFill>
                <a:latin typeface="Lato" panose="020F0502020204030203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0:00 – 0:00AM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3F5A1F3-4444-D841-8862-EF9DA4845CB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96001" y="3135428"/>
            <a:ext cx="5295899" cy="325853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600" b="1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  <a:lvl2pPr marL="0" indent="0">
              <a:lnSpc>
                <a:spcPts val="2000"/>
              </a:lnSpc>
              <a:spcBef>
                <a:spcPts val="500"/>
              </a:spcBef>
              <a:buNone/>
              <a:defRPr sz="1400" b="0" i="1">
                <a:latin typeface="Montserrat" pitchFamily="2" charset="77"/>
              </a:defRPr>
            </a:lvl2pPr>
          </a:lstStyle>
          <a:p>
            <a:pPr lvl="0"/>
            <a:r>
              <a:rPr lang="en-US"/>
              <a:t>Topic or Session Title Goes Here</a:t>
            </a:r>
          </a:p>
        </p:txBody>
      </p:sp>
      <p:sp>
        <p:nvSpPr>
          <p:cNvPr id="16" name="Text Placeholder 44">
            <a:extLst>
              <a:ext uri="{FF2B5EF4-FFF2-40B4-BE49-F238E27FC236}">
                <a16:creationId xmlns:a16="http://schemas.microsoft.com/office/drawing/2014/main" id="{D99DA163-3507-DA49-95FA-93F19D3CFBA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1" y="3461280"/>
            <a:ext cx="5295899" cy="376157"/>
          </a:xfrm>
        </p:spPr>
        <p:txBody>
          <a:bodyPr>
            <a:normAutofit/>
          </a:bodyPr>
          <a:lstStyle>
            <a:lvl1pPr marL="0" indent="0">
              <a:lnSpc>
                <a:spcPts val="1900"/>
              </a:lnSpc>
              <a:spcBef>
                <a:spcPts val="600"/>
              </a:spcBef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Speaker Name, Speaker 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C53D2DB-EE52-B24A-B966-528463FA7B3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4383050" y="3946105"/>
            <a:ext cx="1712950" cy="325827"/>
          </a:xfrm>
        </p:spPr>
        <p:txBody>
          <a:bodyPr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buNone/>
              <a:defRPr sz="1400" b="1" i="0">
                <a:solidFill>
                  <a:srgbClr val="B83A4B"/>
                </a:solidFill>
                <a:latin typeface="Lato" panose="020F0502020204030203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0:00 – 0:00AM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1D30716-E851-F544-AA4F-67D4CE29732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6001" y="3946079"/>
            <a:ext cx="5295899" cy="325853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600" b="1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  <a:lvl2pPr marL="0" indent="0">
              <a:lnSpc>
                <a:spcPts val="2000"/>
              </a:lnSpc>
              <a:spcBef>
                <a:spcPts val="500"/>
              </a:spcBef>
              <a:buNone/>
              <a:defRPr sz="1400" b="0" i="1">
                <a:latin typeface="Montserrat" pitchFamily="2" charset="77"/>
              </a:defRPr>
            </a:lvl2pPr>
          </a:lstStyle>
          <a:p>
            <a:pPr lvl="0"/>
            <a:r>
              <a:rPr lang="en-US"/>
              <a:t>Topic or Session Title Goes Here</a:t>
            </a:r>
          </a:p>
        </p:txBody>
      </p:sp>
      <p:sp>
        <p:nvSpPr>
          <p:cNvPr id="19" name="Text Placeholder 44">
            <a:extLst>
              <a:ext uri="{FF2B5EF4-FFF2-40B4-BE49-F238E27FC236}">
                <a16:creationId xmlns:a16="http://schemas.microsoft.com/office/drawing/2014/main" id="{20FF93E5-D828-E441-A581-6AA34FE8A33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96001" y="4271931"/>
            <a:ext cx="5295899" cy="376157"/>
          </a:xfrm>
        </p:spPr>
        <p:txBody>
          <a:bodyPr>
            <a:normAutofit/>
          </a:bodyPr>
          <a:lstStyle>
            <a:lvl1pPr marL="0" indent="0">
              <a:lnSpc>
                <a:spcPts val="1900"/>
              </a:lnSpc>
              <a:spcBef>
                <a:spcPts val="600"/>
              </a:spcBef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Speaker Name, Speaker 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B666BCF8-AD2A-0A46-AF4B-F0EBF1F7DC75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4383050" y="4756743"/>
            <a:ext cx="1712950" cy="325827"/>
          </a:xfrm>
        </p:spPr>
        <p:txBody>
          <a:bodyPr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buNone/>
              <a:defRPr sz="1400" b="1" i="0">
                <a:solidFill>
                  <a:srgbClr val="B83A4B"/>
                </a:solidFill>
                <a:latin typeface="Lato" panose="020F0502020204030203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0:00 – 0:00AM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DFECC9A-E101-1F49-9A2D-0A2979CE6B9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096001" y="4756717"/>
            <a:ext cx="5295899" cy="325853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600" b="1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  <a:lvl2pPr marL="0" indent="0">
              <a:lnSpc>
                <a:spcPts val="2000"/>
              </a:lnSpc>
              <a:spcBef>
                <a:spcPts val="500"/>
              </a:spcBef>
              <a:buNone/>
              <a:defRPr sz="1400" b="0" i="1">
                <a:latin typeface="Montserrat" pitchFamily="2" charset="77"/>
              </a:defRPr>
            </a:lvl2pPr>
          </a:lstStyle>
          <a:p>
            <a:pPr lvl="0"/>
            <a:r>
              <a:rPr lang="en-US"/>
              <a:t>Topic or Session Title Goes Here</a:t>
            </a:r>
          </a:p>
        </p:txBody>
      </p:sp>
      <p:sp>
        <p:nvSpPr>
          <p:cNvPr id="22" name="Text Placeholder 44">
            <a:extLst>
              <a:ext uri="{FF2B5EF4-FFF2-40B4-BE49-F238E27FC236}">
                <a16:creationId xmlns:a16="http://schemas.microsoft.com/office/drawing/2014/main" id="{81AE8B69-AEC4-A943-9813-696D3C2590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096001" y="5082569"/>
            <a:ext cx="5295899" cy="376157"/>
          </a:xfrm>
        </p:spPr>
        <p:txBody>
          <a:bodyPr>
            <a:normAutofit/>
          </a:bodyPr>
          <a:lstStyle>
            <a:lvl1pPr marL="0" indent="0">
              <a:lnSpc>
                <a:spcPts val="1900"/>
              </a:lnSpc>
              <a:spcBef>
                <a:spcPts val="600"/>
              </a:spcBef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Speaker Name, Speaker Title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1F0BDEED-86FF-F14E-96F4-450C292F52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636586"/>
            <a:ext cx="3411930" cy="1116014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/>
              <a:t>Click to add title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BA4B939-07B1-0F48-A480-A75F7D947D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1652"/>
            <a:ext cx="12192000" cy="209223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48CC281-A08D-F741-9C1E-1CDF1367B8FF}"/>
              </a:ext>
            </a:extLst>
          </p:cNvPr>
          <p:cNvSpPr/>
          <p:nvPr userDrawn="1"/>
        </p:nvSpPr>
        <p:spPr>
          <a:xfrm>
            <a:off x="0" y="-13960"/>
            <a:ext cx="12192000" cy="211532"/>
          </a:xfrm>
          <a:prstGeom prst="rect">
            <a:avLst/>
          </a:prstGeom>
          <a:solidFill>
            <a:srgbClr val="D4D1D1">
              <a:alpha val="2498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ooter Placeholder 2">
            <a:extLst>
              <a:ext uri="{FF2B5EF4-FFF2-40B4-BE49-F238E27FC236}">
                <a16:creationId xmlns:a16="http://schemas.microsoft.com/office/drawing/2014/main" id="{24663883-97A3-414F-9F43-38B123E79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SECTION TITLE AND/OR DEPARTMENT</a:t>
            </a:r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77B0BDBC-C69B-5844-938C-B8D1798139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52B60363-7E9F-BF4A-894A-A30319D393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55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886D98D-F868-5B4F-B736-4020110E5D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636586"/>
            <a:ext cx="10551391" cy="804152"/>
          </a:xfrm>
        </p:spPr>
        <p:txBody>
          <a:bodyPr anchor="t" anchorCtr="0">
            <a:normAutofit/>
          </a:bodyPr>
          <a:lstStyle>
            <a:lvl1pPr>
              <a:defRPr sz="3600" b="0" i="0">
                <a:solidFill>
                  <a:srgbClr val="8C1515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20147C1-05E4-924C-9AA3-7D90271F32E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00100" y="1649637"/>
            <a:ext cx="3367809" cy="325852"/>
          </a:xfrm>
        </p:spPr>
        <p:txBody>
          <a:bodyPr numCol="1">
            <a:normAutofit/>
          </a:bodyPr>
          <a:lstStyle>
            <a:lvl1pPr marL="0" marR="0" indent="0" algn="l" defTabSz="18288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rgbClr val="B83A4B"/>
                </a:solidFill>
                <a:latin typeface="Lato" panose="020F0502020204030203" pitchFamily="34" charset="7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0:00 – 0:00AM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4B4CF2-D4CE-0C45-A65F-FD4632B15227}"/>
              </a:ext>
            </a:extLst>
          </p:cNvPr>
          <p:cNvCxnSpPr>
            <a:cxnSpLocks/>
          </p:cNvCxnSpPr>
          <p:nvPr userDrawn="1"/>
        </p:nvCxnSpPr>
        <p:spPr>
          <a:xfrm>
            <a:off x="800100" y="1975489"/>
            <a:ext cx="10569864" cy="0"/>
          </a:xfrm>
          <a:prstGeom prst="line">
            <a:avLst/>
          </a:prstGeom>
          <a:ln w="9525">
            <a:solidFill>
              <a:srgbClr val="8C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D9094D5-660A-5149-8448-2787EEF56CC0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412095" y="1649638"/>
            <a:ext cx="3367810" cy="325852"/>
          </a:xfrm>
        </p:spPr>
        <p:txBody>
          <a:bodyPr>
            <a:normAutofit/>
          </a:bodyPr>
          <a:lstStyle>
            <a:lvl1pPr marL="0" indent="0" algn="l">
              <a:buNone/>
              <a:defRPr sz="1400" b="1" i="0">
                <a:solidFill>
                  <a:srgbClr val="B83A4B"/>
                </a:solidFill>
                <a:latin typeface="Lato" panose="020F0502020204030203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0:00 – 0:00AM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CE49625-BDC5-EE47-96D4-441AB557106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24090" y="1649638"/>
            <a:ext cx="3345873" cy="325852"/>
          </a:xfrm>
        </p:spPr>
        <p:txBody>
          <a:bodyPr>
            <a:normAutofit/>
          </a:bodyPr>
          <a:lstStyle>
            <a:lvl1pPr marL="0" indent="0" algn="l">
              <a:buNone/>
              <a:defRPr sz="1400" b="1" i="0">
                <a:solidFill>
                  <a:srgbClr val="B83A4B"/>
                </a:solidFill>
                <a:latin typeface="Lato" panose="020F0502020204030203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0:00 – 0:00AM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E9DB7CC-6B1E-C147-A4D7-C8BFAD2CA4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3614" y="2122841"/>
            <a:ext cx="3367809" cy="561491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 b="1" i="0">
                <a:latin typeface="Lato" panose="020F0502020204030203" pitchFamily="34" charset="77"/>
              </a:defRPr>
            </a:lvl1pPr>
            <a:lvl2pPr marL="0" indent="0">
              <a:lnSpc>
                <a:spcPts val="2000"/>
              </a:lnSpc>
              <a:spcBef>
                <a:spcPts val="500"/>
              </a:spcBef>
              <a:buNone/>
              <a:defRPr sz="1400" b="0" i="1">
                <a:latin typeface="Montserrat" pitchFamily="2" charset="77"/>
              </a:defRPr>
            </a:lvl2pPr>
          </a:lstStyle>
          <a:p>
            <a:pPr lvl="0"/>
            <a:r>
              <a:rPr lang="en-US"/>
              <a:t>Topic or Session Title Goes Here</a:t>
            </a:r>
          </a:p>
          <a:p>
            <a:pPr lvl="0"/>
            <a:r>
              <a:rPr lang="en-US"/>
              <a:t>Up to Two Lines in Length</a:t>
            </a:r>
          </a:p>
        </p:txBody>
      </p:sp>
      <p:sp>
        <p:nvSpPr>
          <p:cNvPr id="10" name="Text Placeholder 44">
            <a:extLst>
              <a:ext uri="{FF2B5EF4-FFF2-40B4-BE49-F238E27FC236}">
                <a16:creationId xmlns:a16="http://schemas.microsoft.com/office/drawing/2014/main" id="{D1554987-5F20-6545-A525-4E76BE0943C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3614" y="2684332"/>
            <a:ext cx="3367809" cy="748719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 b="0" i="0"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Speaker Name, Speaker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FFDBED3-223E-934A-9B8F-7FB7C78787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12095" y="2122841"/>
            <a:ext cx="3367809" cy="561491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 b="1" i="0">
                <a:latin typeface="Lato" panose="020F0502020204030203" pitchFamily="34" charset="77"/>
              </a:defRPr>
            </a:lvl1pPr>
            <a:lvl2pPr marL="0" indent="0">
              <a:lnSpc>
                <a:spcPts val="2000"/>
              </a:lnSpc>
              <a:spcBef>
                <a:spcPts val="500"/>
              </a:spcBef>
              <a:buNone/>
              <a:defRPr sz="1400" b="0" i="1">
                <a:latin typeface="Montserrat" pitchFamily="2" charset="77"/>
              </a:defRPr>
            </a:lvl2pPr>
          </a:lstStyle>
          <a:p>
            <a:pPr lvl="0"/>
            <a:r>
              <a:rPr lang="en-US"/>
              <a:t>Topic or Session Title Goes Here</a:t>
            </a:r>
          </a:p>
          <a:p>
            <a:pPr lvl="0"/>
            <a:r>
              <a:rPr lang="en-US"/>
              <a:t>Up to Two Lines in Length</a:t>
            </a:r>
          </a:p>
        </p:txBody>
      </p:sp>
      <p:sp>
        <p:nvSpPr>
          <p:cNvPr id="12" name="Text Placeholder 44">
            <a:extLst>
              <a:ext uri="{FF2B5EF4-FFF2-40B4-BE49-F238E27FC236}">
                <a16:creationId xmlns:a16="http://schemas.microsoft.com/office/drawing/2014/main" id="{33C431C6-C321-8E46-A0D1-23A596CD19F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12095" y="2684332"/>
            <a:ext cx="3367809" cy="748719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 b="0" i="0"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Speaker Name, Speaker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C45849C-9979-5646-A7DE-352449B2AED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30577" y="2122841"/>
            <a:ext cx="3317674" cy="561491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 b="1" i="0">
                <a:latin typeface="Lato" panose="020F0502020204030203" pitchFamily="34" charset="77"/>
              </a:defRPr>
            </a:lvl1pPr>
            <a:lvl2pPr marL="0" indent="0">
              <a:lnSpc>
                <a:spcPts val="2000"/>
              </a:lnSpc>
              <a:spcBef>
                <a:spcPts val="500"/>
              </a:spcBef>
              <a:buNone/>
              <a:defRPr sz="1400" b="0" i="1">
                <a:latin typeface="Montserrat" pitchFamily="2" charset="77"/>
              </a:defRPr>
            </a:lvl2pPr>
          </a:lstStyle>
          <a:p>
            <a:pPr lvl="0"/>
            <a:r>
              <a:rPr lang="en-US"/>
              <a:t>Topic or Session Title Goes Here</a:t>
            </a:r>
          </a:p>
          <a:p>
            <a:pPr lvl="0"/>
            <a:r>
              <a:rPr lang="en-US"/>
              <a:t>Up to Two Lines in Length</a:t>
            </a:r>
          </a:p>
        </p:txBody>
      </p:sp>
      <p:sp>
        <p:nvSpPr>
          <p:cNvPr id="14" name="Text Placeholder 44">
            <a:extLst>
              <a:ext uri="{FF2B5EF4-FFF2-40B4-BE49-F238E27FC236}">
                <a16:creationId xmlns:a16="http://schemas.microsoft.com/office/drawing/2014/main" id="{45690BA4-5725-E74F-A1D7-869ED1F8EFA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30577" y="2684332"/>
            <a:ext cx="3317674" cy="748719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 b="0" i="0"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Speaker Name, Speaker Title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16F0CB9-C4B5-2649-8980-FA7565C48F19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4412095" y="3822149"/>
            <a:ext cx="3389674" cy="325852"/>
          </a:xfrm>
        </p:spPr>
        <p:txBody>
          <a:bodyPr>
            <a:normAutofit/>
          </a:bodyPr>
          <a:lstStyle>
            <a:lvl1pPr marL="0" indent="0" algn="l">
              <a:buNone/>
              <a:defRPr sz="1400" b="1" i="0">
                <a:solidFill>
                  <a:srgbClr val="B83A4B"/>
                </a:solidFill>
                <a:latin typeface="Lato" panose="020F0502020204030203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0:00 – 0:00AM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F33C7A1-E75B-1041-9E11-8FB4517BF0C8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030577" y="3822149"/>
            <a:ext cx="3317673" cy="325852"/>
          </a:xfrm>
        </p:spPr>
        <p:txBody>
          <a:bodyPr>
            <a:normAutofit/>
          </a:bodyPr>
          <a:lstStyle>
            <a:lvl1pPr marL="0" indent="0" algn="l">
              <a:buNone/>
              <a:defRPr sz="1400" b="1" i="0">
                <a:solidFill>
                  <a:srgbClr val="B83A4B"/>
                </a:solidFill>
                <a:latin typeface="Lato" panose="020F0502020204030203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0:00 – 0:00AM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A047395-5AF1-154B-84BC-A80BB529F7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93614" y="4295352"/>
            <a:ext cx="3361323" cy="561491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 b="1" i="0">
                <a:latin typeface="Lato" panose="020F0502020204030203" pitchFamily="34" charset="77"/>
              </a:defRPr>
            </a:lvl1pPr>
            <a:lvl2pPr marL="0" indent="0">
              <a:lnSpc>
                <a:spcPts val="2000"/>
              </a:lnSpc>
              <a:spcBef>
                <a:spcPts val="500"/>
              </a:spcBef>
              <a:buNone/>
              <a:defRPr sz="1400" b="0" i="1">
                <a:latin typeface="Montserrat" pitchFamily="2" charset="77"/>
              </a:defRPr>
            </a:lvl2pPr>
          </a:lstStyle>
          <a:p>
            <a:pPr lvl="0"/>
            <a:r>
              <a:rPr lang="en-US"/>
              <a:t>Topic or Session Title Goes Here</a:t>
            </a:r>
          </a:p>
          <a:p>
            <a:pPr lvl="0"/>
            <a:r>
              <a:rPr lang="en-US"/>
              <a:t>Up to Two Lines in Length</a:t>
            </a:r>
          </a:p>
        </p:txBody>
      </p:sp>
      <p:sp>
        <p:nvSpPr>
          <p:cNvPr id="19" name="Text Placeholder 44">
            <a:extLst>
              <a:ext uri="{FF2B5EF4-FFF2-40B4-BE49-F238E27FC236}">
                <a16:creationId xmlns:a16="http://schemas.microsoft.com/office/drawing/2014/main" id="{636616F2-09F2-E248-95E2-82F70307B48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3614" y="4856843"/>
            <a:ext cx="3361323" cy="748719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 b="0" i="0"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Speaker Name, Speaker Title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86F42B76-74A0-CA4D-8A2B-CE9CA6CACD9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12095" y="4295352"/>
            <a:ext cx="3389674" cy="561491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 b="1" i="0">
                <a:latin typeface="Lato" panose="020F0502020204030203" pitchFamily="34" charset="77"/>
              </a:defRPr>
            </a:lvl1pPr>
            <a:lvl2pPr marL="0" indent="0">
              <a:lnSpc>
                <a:spcPts val="2000"/>
              </a:lnSpc>
              <a:spcBef>
                <a:spcPts val="500"/>
              </a:spcBef>
              <a:buNone/>
              <a:defRPr sz="1400" b="0" i="1">
                <a:latin typeface="Montserrat" pitchFamily="2" charset="77"/>
              </a:defRPr>
            </a:lvl2pPr>
          </a:lstStyle>
          <a:p>
            <a:pPr lvl="0"/>
            <a:r>
              <a:rPr lang="en-US"/>
              <a:t>Topic or Session Title Goes Here</a:t>
            </a:r>
          </a:p>
          <a:p>
            <a:pPr lvl="0"/>
            <a:r>
              <a:rPr lang="en-US"/>
              <a:t>Up to Two Lines in Length</a:t>
            </a:r>
          </a:p>
        </p:txBody>
      </p:sp>
      <p:sp>
        <p:nvSpPr>
          <p:cNvPr id="21" name="Text Placeholder 44">
            <a:extLst>
              <a:ext uri="{FF2B5EF4-FFF2-40B4-BE49-F238E27FC236}">
                <a16:creationId xmlns:a16="http://schemas.microsoft.com/office/drawing/2014/main" id="{1A5A8873-5833-0042-B69A-5883CFD33CB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12095" y="4856843"/>
            <a:ext cx="3389674" cy="748719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 b="0" i="0"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Speaker Name, Speaker Title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826BEB9-8FCF-9A44-AFE7-74CF476995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30577" y="4295352"/>
            <a:ext cx="3317673" cy="561491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 b="1" i="0">
                <a:latin typeface="Lato" panose="020F0502020204030203" pitchFamily="34" charset="77"/>
              </a:defRPr>
            </a:lvl1pPr>
            <a:lvl2pPr marL="0" indent="0">
              <a:lnSpc>
                <a:spcPts val="2000"/>
              </a:lnSpc>
              <a:spcBef>
                <a:spcPts val="500"/>
              </a:spcBef>
              <a:buNone/>
              <a:defRPr sz="1400" b="0" i="1">
                <a:latin typeface="Montserrat" pitchFamily="2" charset="77"/>
              </a:defRPr>
            </a:lvl2pPr>
          </a:lstStyle>
          <a:p>
            <a:pPr lvl="0"/>
            <a:r>
              <a:rPr lang="en-US"/>
              <a:t>Topic or Session Title Goes Here</a:t>
            </a:r>
          </a:p>
          <a:p>
            <a:pPr lvl="0"/>
            <a:r>
              <a:rPr lang="en-US"/>
              <a:t>Up to Two Lines in Length</a:t>
            </a:r>
          </a:p>
        </p:txBody>
      </p:sp>
      <p:sp>
        <p:nvSpPr>
          <p:cNvPr id="23" name="Text Placeholder 44">
            <a:extLst>
              <a:ext uri="{FF2B5EF4-FFF2-40B4-BE49-F238E27FC236}">
                <a16:creationId xmlns:a16="http://schemas.microsoft.com/office/drawing/2014/main" id="{8DF86C0A-B51C-1046-AA0A-EC295FC775F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30577" y="4856843"/>
            <a:ext cx="3317673" cy="748719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 b="0" i="0"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Speaker Name, Speaker Title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B12EA8C-91D6-4847-AF0E-29379345621C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800100" y="3822149"/>
            <a:ext cx="3361323" cy="325852"/>
          </a:xfrm>
        </p:spPr>
        <p:txBody>
          <a:bodyPr>
            <a:normAutofit/>
          </a:bodyPr>
          <a:lstStyle>
            <a:lvl1pPr marL="0" indent="0" algn="l">
              <a:buNone/>
              <a:defRPr sz="1400" b="1" i="0">
                <a:solidFill>
                  <a:srgbClr val="B83A4B"/>
                </a:solidFill>
                <a:latin typeface="Lato" panose="020F0502020204030203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0:00 – 0:00AM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D145ACA-AD56-304E-A1B1-C4F73C5F5B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1652"/>
            <a:ext cx="12192000" cy="209223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E261855-235B-7B44-8B0F-6C14C1927979}"/>
              </a:ext>
            </a:extLst>
          </p:cNvPr>
          <p:cNvSpPr/>
          <p:nvPr userDrawn="1"/>
        </p:nvSpPr>
        <p:spPr>
          <a:xfrm>
            <a:off x="0" y="-13960"/>
            <a:ext cx="12192000" cy="211532"/>
          </a:xfrm>
          <a:prstGeom prst="rect">
            <a:avLst/>
          </a:prstGeom>
          <a:solidFill>
            <a:srgbClr val="D4D1D1">
              <a:alpha val="2498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794128B-BF4E-3042-9D11-945E0053E6CF}"/>
              </a:ext>
            </a:extLst>
          </p:cNvPr>
          <p:cNvCxnSpPr>
            <a:cxnSpLocks/>
          </p:cNvCxnSpPr>
          <p:nvPr userDrawn="1"/>
        </p:nvCxnSpPr>
        <p:spPr>
          <a:xfrm>
            <a:off x="800100" y="4155271"/>
            <a:ext cx="10569864" cy="0"/>
          </a:xfrm>
          <a:prstGeom prst="line">
            <a:avLst/>
          </a:prstGeom>
          <a:ln w="9525">
            <a:solidFill>
              <a:srgbClr val="8C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ooter Placeholder 2">
            <a:extLst>
              <a:ext uri="{FF2B5EF4-FFF2-40B4-BE49-F238E27FC236}">
                <a16:creationId xmlns:a16="http://schemas.microsoft.com/office/drawing/2014/main" id="{B431CE3C-653B-854F-B4D8-53726CED81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SECTION TITLE AND/OR DEPARTMENT</a:t>
            </a:r>
          </a:p>
        </p:txBody>
      </p: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DA7FDA96-A17A-EC4D-9B84-3B86175DB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52B60363-7E9F-BF4A-894A-A30319D393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19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3B1CE3-4FC1-7F40-94E2-3D59AD777F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0F7D61A-F64B-A54D-BB59-664075AAD2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ED873E-EF4A-AA41-879F-A999947DC6EE}"/>
              </a:ext>
            </a:extLst>
          </p:cNvPr>
          <p:cNvCxnSpPr>
            <a:cxnSpLocks/>
          </p:cNvCxnSpPr>
          <p:nvPr userDrawn="1"/>
        </p:nvCxnSpPr>
        <p:spPr>
          <a:xfrm>
            <a:off x="800100" y="2522007"/>
            <a:ext cx="105537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303CCF5-F0DF-B84E-B762-8833E6E1EC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100" y="1273091"/>
            <a:ext cx="1460711" cy="1243012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8055B4-64D2-A141-8225-4AE43EE068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670" y="6361842"/>
            <a:ext cx="643152" cy="212519"/>
          </a:xfrm>
          <a:prstGeom prst="rect">
            <a:avLst/>
          </a:prstGeom>
        </p:spPr>
      </p:pic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964609BC-3782-1B45-B5C9-81147D48F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fld id="{52B60363-7E9F-BF4A-894A-A30319D393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1814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- Red">
    <p:bg>
      <p:bgPr>
        <a:gradFill flip="none" rotWithShape="1">
          <a:gsLst>
            <a:gs pos="15000">
              <a:srgbClr val="E04F39"/>
            </a:gs>
            <a:gs pos="50000">
              <a:srgbClr val="AF2D24"/>
            </a:gs>
            <a:gs pos="100000">
              <a:srgbClr val="8C1515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3A20A9C6-B7E0-A14E-8612-799EEFE470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11044DB1-1F1F-F54A-885B-B9A9A1D97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74C6D2D-A81E-9F47-9F5F-69980193212A}"/>
              </a:ext>
            </a:extLst>
          </p:cNvPr>
          <p:cNvCxnSpPr>
            <a:cxnSpLocks/>
          </p:cNvCxnSpPr>
          <p:nvPr userDrawn="1"/>
        </p:nvCxnSpPr>
        <p:spPr>
          <a:xfrm>
            <a:off x="800100" y="2522007"/>
            <a:ext cx="105537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FE86010-BABE-CC4C-8E81-0811A42633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100" y="1273091"/>
            <a:ext cx="1460711" cy="1243012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F24B99E-E59B-F747-895C-734FB9F763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670" y="6361842"/>
            <a:ext cx="643152" cy="212519"/>
          </a:xfrm>
          <a:prstGeom prst="rect">
            <a:avLst/>
          </a:prstGeom>
        </p:spPr>
      </p:pic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F4435610-EC60-074A-9273-14AEBF58C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fld id="{52B60363-7E9F-BF4A-894A-A30319D393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153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- Blue">
    <p:bg>
      <p:bgPr>
        <a:gradFill>
          <a:gsLst>
            <a:gs pos="50000">
              <a:srgbClr val="006983"/>
            </a:gs>
            <a:gs pos="0">
              <a:srgbClr val="1AA4BC"/>
            </a:gs>
            <a:gs pos="100000">
              <a:srgbClr val="013948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683E79B-0704-6040-823D-63F8162CF1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EFF19B41-64C1-4346-89EC-6088CB0FD1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C9A055E-816F-1843-8943-290D8159EA4B}"/>
              </a:ext>
            </a:extLst>
          </p:cNvPr>
          <p:cNvCxnSpPr>
            <a:cxnSpLocks/>
          </p:cNvCxnSpPr>
          <p:nvPr userDrawn="1"/>
        </p:nvCxnSpPr>
        <p:spPr>
          <a:xfrm>
            <a:off x="800100" y="2522007"/>
            <a:ext cx="105537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D13A7343-8C6F-FE42-959D-8729506129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100" y="1273091"/>
            <a:ext cx="1460711" cy="1243012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018488-E202-1341-9069-57504821BF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670" y="6361842"/>
            <a:ext cx="643152" cy="212519"/>
          </a:xfrm>
          <a:prstGeom prst="rect">
            <a:avLst/>
          </a:prstGeom>
        </p:spPr>
      </p:pic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F4B104F-EFA8-CB43-9203-39906CD71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fld id="{52B60363-7E9F-BF4A-894A-A30319D393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582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- Purple">
    <p:bg>
      <p:bgPr>
        <a:gradFill>
          <a:gsLst>
            <a:gs pos="50000">
              <a:srgbClr val="877F7A"/>
            </a:gs>
            <a:gs pos="0">
              <a:srgbClr val="B6B1A9"/>
            </a:gs>
            <a:gs pos="100000">
              <a:srgbClr val="544948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D7428E3-8390-A845-9BB2-8625FA4411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463962DC-11C4-EE4E-B407-A6BE2A9773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FD9DC38-50ED-364F-8200-296C6F0AAEA5}"/>
              </a:ext>
            </a:extLst>
          </p:cNvPr>
          <p:cNvCxnSpPr>
            <a:cxnSpLocks/>
          </p:cNvCxnSpPr>
          <p:nvPr userDrawn="1"/>
        </p:nvCxnSpPr>
        <p:spPr>
          <a:xfrm>
            <a:off x="800100" y="2522007"/>
            <a:ext cx="105537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882308EF-B172-754F-82A9-C15D20DD8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100" y="1273091"/>
            <a:ext cx="1460711" cy="1243012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8DBB6D1-E459-2A41-B4E5-75DC563945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670" y="6361842"/>
            <a:ext cx="643152" cy="212519"/>
          </a:xfrm>
          <a:prstGeom prst="rect">
            <a:avLst/>
          </a:prstGeom>
        </p:spPr>
      </p:pic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30E48DE4-5CA8-2649-9A47-01577CE05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fld id="{52B60363-7E9F-BF4A-894A-A30319D393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882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- Orange">
    <p:bg>
      <p:bgPr>
        <a:gradFill>
          <a:gsLst>
            <a:gs pos="38000">
              <a:srgbClr val="F4B12F"/>
            </a:gs>
            <a:gs pos="0">
              <a:srgbClr val="FEDD5C"/>
            </a:gs>
            <a:gs pos="78000">
              <a:srgbClr val="E98300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5ECA6C5-FDF2-4A45-8223-10F0CF4E7A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C228316B-CE90-414C-9EF5-CC70896BC5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25A5200-D8C2-3D4F-BD62-EE66B1852AE1}"/>
              </a:ext>
            </a:extLst>
          </p:cNvPr>
          <p:cNvCxnSpPr>
            <a:cxnSpLocks/>
          </p:cNvCxnSpPr>
          <p:nvPr userDrawn="1"/>
        </p:nvCxnSpPr>
        <p:spPr>
          <a:xfrm>
            <a:off x="800100" y="2522007"/>
            <a:ext cx="105537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305FAE5E-1170-464B-9043-75C93547E3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100" y="1273091"/>
            <a:ext cx="1460711" cy="1243012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C44568-BE93-894D-9A93-C4BBE62E78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670" y="6361842"/>
            <a:ext cx="643152" cy="212519"/>
          </a:xfrm>
          <a:prstGeom prst="rect">
            <a:avLst/>
          </a:prstGeom>
        </p:spPr>
      </p:pic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7E59CF0E-4905-2F4E-979E-C7C6BC30B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fld id="{52B60363-7E9F-BF4A-894A-A30319D393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539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- Green">
    <p:bg>
      <p:bgPr>
        <a:gradFill>
          <a:gsLst>
            <a:gs pos="50000">
              <a:srgbClr val="59B06D"/>
            </a:gs>
            <a:gs pos="0">
              <a:srgbClr val="8AC751"/>
            </a:gs>
            <a:gs pos="100000">
              <a:srgbClr val="279989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00965A0-BB98-7E46-B035-8A412F69CF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F2974844-19DE-454E-8098-3A96553F86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81E5EE6-63F9-5048-909D-64194E342317}"/>
              </a:ext>
            </a:extLst>
          </p:cNvPr>
          <p:cNvCxnSpPr>
            <a:cxnSpLocks/>
          </p:cNvCxnSpPr>
          <p:nvPr userDrawn="1"/>
        </p:nvCxnSpPr>
        <p:spPr>
          <a:xfrm>
            <a:off x="800100" y="2522007"/>
            <a:ext cx="105537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480D6C41-EAB5-5C44-84B5-42A1F749D9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100" y="1273091"/>
            <a:ext cx="1460711" cy="1243012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66F8C2E-831C-D145-BA5C-83A43BBC19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670" y="6361842"/>
            <a:ext cx="643152" cy="212519"/>
          </a:xfrm>
          <a:prstGeom prst="rect">
            <a:avLst/>
          </a:prstGeom>
        </p:spPr>
      </p:pic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FAED9176-3B17-2F46-9F1E-7CCA21A0D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fld id="{52B60363-7E9F-BF4A-894A-A30319D393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679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Printabl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F2974844-19DE-454E-8098-3A96553F86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>
              <a:defRPr>
                <a:solidFill>
                  <a:srgbClr val="8C1515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81E5EE6-63F9-5048-909D-64194E342317}"/>
              </a:ext>
            </a:extLst>
          </p:cNvPr>
          <p:cNvCxnSpPr>
            <a:cxnSpLocks/>
          </p:cNvCxnSpPr>
          <p:nvPr userDrawn="1"/>
        </p:nvCxnSpPr>
        <p:spPr>
          <a:xfrm>
            <a:off x="800100" y="2522007"/>
            <a:ext cx="10553700" cy="0"/>
          </a:xfrm>
          <a:prstGeom prst="line">
            <a:avLst/>
          </a:prstGeom>
          <a:ln w="9525">
            <a:solidFill>
              <a:srgbClr val="8C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480D6C41-EAB5-5C44-84B5-42A1F749D9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100" y="1273091"/>
            <a:ext cx="1460711" cy="1243012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3A7A72-794E-0647-AE60-3B31B0A1D037}"/>
              </a:ext>
            </a:extLst>
          </p:cNvPr>
          <p:cNvSpPr/>
          <p:nvPr userDrawn="1"/>
        </p:nvSpPr>
        <p:spPr>
          <a:xfrm>
            <a:off x="0" y="-13960"/>
            <a:ext cx="12192000" cy="211532"/>
          </a:xfrm>
          <a:prstGeom prst="rect">
            <a:avLst/>
          </a:prstGeom>
          <a:solidFill>
            <a:srgbClr val="D4D1D1">
              <a:alpha val="2498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A970BDE4-8E2B-624F-A4CB-8953401A87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52B60363-7E9F-BF4A-894A-A30319D393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05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1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344577E-F773-6C4C-AE60-FB719D99A4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100" y="1110216"/>
            <a:ext cx="10553700" cy="398482"/>
          </a:xfrm>
        </p:spPr>
        <p:txBody>
          <a:bodyPr/>
          <a:lstStyle>
            <a:lvl1pPr>
              <a:defRPr sz="2000">
                <a:solidFill>
                  <a:srgbClr val="B83A4B"/>
                </a:solidFill>
                <a:latin typeface="Lato" panose="020F0502020204030203" pitchFamily="34" charset="77"/>
              </a:defRPr>
            </a:lvl1pPr>
            <a:lvl2pPr>
              <a:defRPr sz="2000">
                <a:latin typeface="Lato" panose="020F0502020204030203" pitchFamily="34" charset="77"/>
              </a:defRPr>
            </a:lvl2pPr>
          </a:lstStyle>
          <a:p>
            <a:pPr lvl="0"/>
            <a:r>
              <a:rPr lang="en-US"/>
              <a:t>Click to edit Subtitle style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C9BA041-A961-B54B-BD07-995D6718F7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266701"/>
            <a:ext cx="10553700" cy="632152"/>
          </a:xfrm>
          <a:prstGeom prst="rect">
            <a:avLst/>
          </a:prstGeom>
        </p:spPr>
        <p:txBody>
          <a:bodyPr vert="horz" lIns="0" tIns="45720" rIns="91440" bIns="45720" rtlCol="0"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title style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389983-A0A6-C548-B38F-3D123AFC7D3D}"/>
              </a:ext>
            </a:extLst>
          </p:cNvPr>
          <p:cNvCxnSpPr>
            <a:cxnSpLocks/>
          </p:cNvCxnSpPr>
          <p:nvPr userDrawn="1"/>
        </p:nvCxnSpPr>
        <p:spPr>
          <a:xfrm>
            <a:off x="800100" y="927135"/>
            <a:ext cx="10553700" cy="0"/>
          </a:xfrm>
          <a:prstGeom prst="line">
            <a:avLst/>
          </a:prstGeom>
          <a:ln w="9525">
            <a:solidFill>
              <a:srgbClr val="8C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B537D-0377-5545-B569-90793CDE1E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0100" y="1605068"/>
            <a:ext cx="10553700" cy="4452832"/>
          </a:xfrm>
        </p:spPr>
        <p:txBody>
          <a:bodyPr/>
          <a:lstStyle>
            <a:lvl1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7D5798C-8E10-C74E-AF93-6DB41CB884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SECTION TITLE AND/OR DEPARTMENT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DFBC5010-DCB3-A04E-8966-BD99F4CA7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52B60363-7E9F-BF4A-894A-A30319D393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74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5D77D-02D2-0A4A-B662-340A279B30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0100" y="1602938"/>
            <a:ext cx="5157788" cy="4454961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8831074-BFE8-E940-B6D2-40437D955E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29939" y="1602938"/>
            <a:ext cx="5157788" cy="4454951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8C6F662-BE8D-574E-9039-3649A47F36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4904" y="1107621"/>
            <a:ext cx="5164831" cy="398482"/>
          </a:xfrm>
        </p:spPr>
        <p:txBody>
          <a:bodyPr/>
          <a:lstStyle>
            <a:lvl1pPr>
              <a:defRPr sz="2000">
                <a:solidFill>
                  <a:srgbClr val="B83A4B"/>
                </a:solidFill>
                <a:latin typeface="Lato" panose="020F0502020204030203" pitchFamily="34" charset="77"/>
              </a:defRPr>
            </a:lvl1pPr>
            <a:lvl2pPr>
              <a:defRPr sz="2000">
                <a:latin typeface="Lato" panose="020F0502020204030203" pitchFamily="34" charset="77"/>
              </a:defRPr>
            </a:lvl2pPr>
          </a:lstStyle>
          <a:p>
            <a:pPr lvl="0"/>
            <a:r>
              <a:rPr lang="en-US"/>
              <a:t>Click to edit Subtitle style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77B1BD67-B703-304C-B5D8-8E503921F4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4170" y="1107621"/>
            <a:ext cx="5162925" cy="398482"/>
          </a:xfrm>
        </p:spPr>
        <p:txBody>
          <a:bodyPr/>
          <a:lstStyle>
            <a:lvl1pPr>
              <a:defRPr sz="2000">
                <a:solidFill>
                  <a:srgbClr val="B83A4B"/>
                </a:solidFill>
                <a:latin typeface="Lato" panose="020F0502020204030203" pitchFamily="34" charset="77"/>
              </a:defRPr>
            </a:lvl1pPr>
            <a:lvl2pPr>
              <a:defRPr sz="2000">
                <a:latin typeface="Lato" panose="020F0502020204030203" pitchFamily="34" charset="77"/>
              </a:defRPr>
            </a:lvl2pPr>
          </a:lstStyle>
          <a:p>
            <a:pPr lvl="0"/>
            <a:r>
              <a:rPr lang="en-US"/>
              <a:t>Click to edit Subtitle style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D946FC1E-D9A3-3742-A732-A38CF0B8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099" y="266701"/>
            <a:ext cx="10596995" cy="632152"/>
          </a:xfrm>
          <a:prstGeom prst="rect">
            <a:avLst/>
          </a:prstGeom>
        </p:spPr>
        <p:txBody>
          <a:bodyPr vert="horz" lIns="0" tIns="45720" rIns="91440" bIns="45720" rtlCol="0"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96BBAF-C975-F54C-A45C-3A099A01DC59}"/>
              </a:ext>
            </a:extLst>
          </p:cNvPr>
          <p:cNvCxnSpPr>
            <a:cxnSpLocks/>
          </p:cNvCxnSpPr>
          <p:nvPr userDrawn="1"/>
        </p:nvCxnSpPr>
        <p:spPr>
          <a:xfrm>
            <a:off x="800100" y="927135"/>
            <a:ext cx="10553700" cy="0"/>
          </a:xfrm>
          <a:prstGeom prst="line">
            <a:avLst/>
          </a:prstGeom>
          <a:ln w="9525">
            <a:solidFill>
              <a:srgbClr val="8C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59BAECB2-1BD6-F541-B86F-086745C04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SECTION TITLE AND/OR DEPARTMENT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6D04B276-E79E-D643-8B65-21EAF4564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52B60363-7E9F-BF4A-894A-A30319D393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32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76" userDrawn="1">
          <p15:clr>
            <a:srgbClr val="FBAE40"/>
          </p15:clr>
        </p15:guide>
        <p15:guide id="2" orient="horz" pos="888" userDrawn="1">
          <p15:clr>
            <a:srgbClr val="FBAE40"/>
          </p15:clr>
        </p15:guide>
        <p15:guide id="3" orient="horz" pos="3816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lide - On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540163D6-781A-724D-8FD5-B6254B828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0100" y="1107621"/>
            <a:ext cx="6929879" cy="4950264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7304A26-5011-724E-8C96-DFA08D60CF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80362" y="1107621"/>
            <a:ext cx="3373438" cy="398482"/>
          </a:xfrm>
        </p:spPr>
        <p:txBody>
          <a:bodyPr/>
          <a:lstStyle>
            <a:lvl1pPr>
              <a:defRPr sz="2000">
                <a:solidFill>
                  <a:srgbClr val="B83A4B"/>
                </a:solidFill>
                <a:latin typeface="Lato" panose="020F0502020204030203" pitchFamily="34" charset="77"/>
              </a:defRPr>
            </a:lvl1pPr>
            <a:lvl2pPr>
              <a:defRPr sz="2000">
                <a:latin typeface="Lato" panose="020F0502020204030203" pitchFamily="34" charset="77"/>
              </a:defRPr>
            </a:lvl2pPr>
          </a:lstStyle>
          <a:p>
            <a:pPr lvl="0"/>
            <a:r>
              <a:rPr lang="en-US"/>
              <a:t>Click to edit Subtitle style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A0C1017-97FA-6D48-9A0D-090E555BB0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80363" y="1602470"/>
            <a:ext cx="3373437" cy="44554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56ED1B33-7460-3149-A78A-7698175DDC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SECTION TITLE AND/OR DEPARTMENT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A5F029E-3019-A841-8F95-BDEC2121B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52B60363-7E9F-BF4A-894A-A30319D393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84919F97-4951-B143-AC5E-0B468673D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099" y="266701"/>
            <a:ext cx="10596995" cy="632152"/>
          </a:xfrm>
          <a:prstGeom prst="rect">
            <a:avLst/>
          </a:prstGeom>
        </p:spPr>
        <p:txBody>
          <a:bodyPr vert="horz" lIns="0" tIns="45720" rIns="91440" bIns="45720" rtlCol="0"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128D1B1-345A-8D4A-BEEE-A61D73DC57E2}"/>
              </a:ext>
            </a:extLst>
          </p:cNvPr>
          <p:cNvCxnSpPr>
            <a:cxnSpLocks/>
          </p:cNvCxnSpPr>
          <p:nvPr userDrawn="1"/>
        </p:nvCxnSpPr>
        <p:spPr>
          <a:xfrm>
            <a:off x="800100" y="927135"/>
            <a:ext cx="10553700" cy="0"/>
          </a:xfrm>
          <a:prstGeom prst="line">
            <a:avLst/>
          </a:prstGeom>
          <a:ln w="9525">
            <a:solidFill>
              <a:srgbClr val="8C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2137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lide -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B69DD78-AB21-8741-ACA7-AABC6E30C2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0100" y="1107622"/>
            <a:ext cx="5143050" cy="3190048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9282E36C-003D-C146-8F50-BAC426D28156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29939" y="1107620"/>
            <a:ext cx="5123861" cy="3190049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B58ED-6D9B-DC46-8A83-DC202AB3DE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100" y="4955452"/>
            <a:ext cx="5143050" cy="1102433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text style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A9B038D1-16A3-5F4B-8682-B082506EFD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0100" y="4482939"/>
            <a:ext cx="5143050" cy="398482"/>
          </a:xfrm>
        </p:spPr>
        <p:txBody>
          <a:bodyPr/>
          <a:lstStyle>
            <a:lvl1pPr>
              <a:defRPr sz="2000">
                <a:solidFill>
                  <a:srgbClr val="B83A4B"/>
                </a:solidFill>
                <a:latin typeface="Lato" panose="020F0502020204030203" pitchFamily="34" charset="77"/>
              </a:defRPr>
            </a:lvl1pPr>
            <a:lvl2pPr>
              <a:defRPr sz="2000">
                <a:latin typeface="Lato" panose="020F0502020204030203" pitchFamily="34" charset="77"/>
              </a:defRPr>
            </a:lvl2pPr>
          </a:lstStyle>
          <a:p>
            <a:pPr lvl="0"/>
            <a:r>
              <a:rPr lang="en-US"/>
              <a:t>Click to edit Subtitle style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2372518-BEFC-5C4C-8BF4-241FFDBF09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7422" y="4955452"/>
            <a:ext cx="5143050" cy="1102433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text style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D4ED423-5F65-2F45-8A11-89BCB42604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7422" y="4482939"/>
            <a:ext cx="5143050" cy="398482"/>
          </a:xfrm>
        </p:spPr>
        <p:txBody>
          <a:bodyPr/>
          <a:lstStyle>
            <a:lvl1pPr>
              <a:defRPr sz="2000">
                <a:solidFill>
                  <a:srgbClr val="B83A4B"/>
                </a:solidFill>
                <a:latin typeface="Lato" panose="020F0502020204030203" pitchFamily="34" charset="77"/>
              </a:defRPr>
            </a:lvl1pPr>
            <a:lvl2pPr>
              <a:defRPr sz="2000">
                <a:latin typeface="Lato" panose="020F0502020204030203" pitchFamily="34" charset="77"/>
              </a:defRPr>
            </a:lvl2pPr>
          </a:lstStyle>
          <a:p>
            <a:pPr lvl="0"/>
            <a:r>
              <a:rPr lang="en-US"/>
              <a:t>Click to edit Subtitle style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3429DC23-9018-5646-8F2F-B0243491F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SECTION TITLE AND/OR DEPARTMENT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0212FE08-C85D-224F-8EA5-16D16B6E5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52B60363-7E9F-BF4A-894A-A30319D393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C849444-48F2-2746-8403-370D87487B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099" y="266701"/>
            <a:ext cx="10596995" cy="632152"/>
          </a:xfrm>
          <a:prstGeom prst="rect">
            <a:avLst/>
          </a:prstGeom>
        </p:spPr>
        <p:txBody>
          <a:bodyPr vert="horz" lIns="0" tIns="45720" rIns="91440" bIns="45720" rtlCol="0"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title style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78B2F5-6546-8245-AC5E-2CFAE1D82CEC}"/>
              </a:ext>
            </a:extLst>
          </p:cNvPr>
          <p:cNvCxnSpPr>
            <a:cxnSpLocks/>
          </p:cNvCxnSpPr>
          <p:nvPr userDrawn="1"/>
        </p:nvCxnSpPr>
        <p:spPr>
          <a:xfrm>
            <a:off x="800100" y="927135"/>
            <a:ext cx="10553700" cy="0"/>
          </a:xfrm>
          <a:prstGeom prst="line">
            <a:avLst/>
          </a:prstGeom>
          <a:ln w="9525">
            <a:solidFill>
              <a:srgbClr val="8C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2074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F7B1B4-B6FD-7D4E-ADAA-028C49AC36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00100" y="1107622"/>
            <a:ext cx="3367810" cy="2814641"/>
          </a:xfrm>
          <a:solidFill>
            <a:schemeClr val="bg1"/>
          </a:solidFill>
        </p:spPr>
        <p:txBody>
          <a:bodyPr/>
          <a:lstStyle>
            <a:lvl1pPr>
              <a:defRPr sz="1600">
                <a:solidFill>
                  <a:srgbClr val="544948"/>
                </a:solidFill>
                <a:latin typeface="Lato" panose="020F0502020204030203" pitchFamily="34" charset="77"/>
              </a:defRPr>
            </a:lvl1pPr>
            <a:lvl2pPr>
              <a:defRPr sz="1600">
                <a:latin typeface="Lato" panose="020F0502020204030203" pitchFamily="34" charset="77"/>
              </a:defRPr>
            </a:lvl2pPr>
            <a:lvl3pPr>
              <a:defRPr sz="1600">
                <a:latin typeface="Lato" panose="020F0502020204030203" pitchFamily="34" charset="77"/>
              </a:defRPr>
            </a:lvl3pPr>
            <a:lvl4pPr>
              <a:defRPr sz="1600">
                <a:latin typeface="Lato" panose="020F0502020204030203" pitchFamily="34" charset="77"/>
              </a:defRPr>
            </a:lvl4pPr>
            <a:lvl5pPr>
              <a:defRPr sz="1600">
                <a:latin typeface="Lato" panose="020F0502020204030203" pitchFamily="34" charset="7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900D276-A095-C04E-87EF-52D8AB075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099" y="4601585"/>
            <a:ext cx="3367810" cy="1456300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text style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8441375-8C84-C841-911D-88542B35A7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0099" y="4104388"/>
            <a:ext cx="3367810" cy="398482"/>
          </a:xfrm>
        </p:spPr>
        <p:txBody>
          <a:bodyPr/>
          <a:lstStyle>
            <a:lvl1pPr>
              <a:defRPr sz="2000">
                <a:solidFill>
                  <a:srgbClr val="B83A4B"/>
                </a:solidFill>
                <a:latin typeface="Lato" panose="020F0502020204030203" pitchFamily="34" charset="77"/>
              </a:defRPr>
            </a:lvl1pPr>
            <a:lvl2pPr>
              <a:defRPr sz="2000">
                <a:latin typeface="Lato" panose="020F0502020204030203" pitchFamily="34" charset="77"/>
              </a:defRPr>
            </a:lvl2pPr>
          </a:lstStyle>
          <a:p>
            <a:pPr lvl="0"/>
            <a:r>
              <a:rPr lang="en-US"/>
              <a:t>Click to edit Subtitle style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E5F7C37-B244-B142-A9A7-E1FAFB86BDB4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4412095" y="1107622"/>
            <a:ext cx="3367810" cy="2814641"/>
          </a:xfrm>
          <a:solidFill>
            <a:schemeClr val="bg1"/>
          </a:solidFill>
        </p:spPr>
        <p:txBody>
          <a:bodyPr/>
          <a:lstStyle>
            <a:lvl1pPr>
              <a:defRPr sz="1600">
                <a:solidFill>
                  <a:srgbClr val="544948"/>
                </a:solidFill>
                <a:latin typeface="Lato" panose="020F0502020204030203" pitchFamily="34" charset="77"/>
              </a:defRPr>
            </a:lvl1pPr>
            <a:lvl2pPr>
              <a:defRPr sz="1600">
                <a:latin typeface="Lato" panose="020F0502020204030203" pitchFamily="34" charset="77"/>
              </a:defRPr>
            </a:lvl2pPr>
            <a:lvl3pPr>
              <a:defRPr sz="1600">
                <a:latin typeface="Lato" panose="020F0502020204030203" pitchFamily="34" charset="77"/>
              </a:defRPr>
            </a:lvl3pPr>
            <a:lvl4pPr>
              <a:defRPr sz="1600">
                <a:latin typeface="Lato" panose="020F0502020204030203" pitchFamily="34" charset="77"/>
              </a:defRPr>
            </a:lvl4pPr>
            <a:lvl5pPr>
              <a:defRPr sz="1600">
                <a:latin typeface="Lato" panose="020F0502020204030203" pitchFamily="34" charset="7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BB74CA02-6ACC-C34A-93C2-F1C4FBF691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12094" y="4601585"/>
            <a:ext cx="3367810" cy="1456300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text style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F5CB8DA2-2802-6844-8B57-D6BA2C9B5B7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12094" y="4104388"/>
            <a:ext cx="3367810" cy="398482"/>
          </a:xfrm>
        </p:spPr>
        <p:txBody>
          <a:bodyPr/>
          <a:lstStyle>
            <a:lvl1pPr>
              <a:defRPr sz="2000">
                <a:solidFill>
                  <a:srgbClr val="B83A4B"/>
                </a:solidFill>
                <a:latin typeface="Lato" panose="020F0502020204030203" pitchFamily="34" charset="77"/>
              </a:defRPr>
            </a:lvl1pPr>
            <a:lvl2pPr>
              <a:defRPr sz="2000">
                <a:latin typeface="Lato" panose="020F0502020204030203" pitchFamily="34" charset="77"/>
              </a:defRPr>
            </a:lvl2pPr>
          </a:lstStyle>
          <a:p>
            <a:pPr lvl="0"/>
            <a:r>
              <a:rPr lang="en-US"/>
              <a:t>Click to edit Subtitle style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BDC9F240-04D8-D943-A30D-C994E4F6D584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8003707" y="1107622"/>
            <a:ext cx="3367810" cy="2814641"/>
          </a:xfrm>
          <a:solidFill>
            <a:schemeClr val="bg1"/>
          </a:solidFill>
        </p:spPr>
        <p:txBody>
          <a:bodyPr/>
          <a:lstStyle>
            <a:lvl1pPr>
              <a:defRPr sz="1600">
                <a:solidFill>
                  <a:srgbClr val="544948"/>
                </a:solidFill>
                <a:latin typeface="Lato" panose="020F0502020204030203" pitchFamily="34" charset="77"/>
              </a:defRPr>
            </a:lvl1pPr>
            <a:lvl2pPr>
              <a:defRPr sz="1600">
                <a:latin typeface="Lato" panose="020F0502020204030203" pitchFamily="34" charset="77"/>
              </a:defRPr>
            </a:lvl2pPr>
            <a:lvl3pPr>
              <a:defRPr sz="1600">
                <a:latin typeface="Lato" panose="020F0502020204030203" pitchFamily="34" charset="77"/>
              </a:defRPr>
            </a:lvl3pPr>
            <a:lvl4pPr>
              <a:defRPr sz="1600">
                <a:latin typeface="Lato" panose="020F0502020204030203" pitchFamily="34" charset="77"/>
              </a:defRPr>
            </a:lvl4pPr>
            <a:lvl5pPr>
              <a:defRPr sz="1600">
                <a:latin typeface="Lato" panose="020F0502020204030203" pitchFamily="34" charset="7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B7BAAD2-9EFA-544C-A721-31CB838557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03706" y="4601585"/>
            <a:ext cx="3367810" cy="1456300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text style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416148D1-6829-5046-B19C-F0DDDE27D46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03706" y="4104388"/>
            <a:ext cx="3367810" cy="398482"/>
          </a:xfrm>
        </p:spPr>
        <p:txBody>
          <a:bodyPr/>
          <a:lstStyle>
            <a:lvl1pPr>
              <a:defRPr sz="2000">
                <a:solidFill>
                  <a:srgbClr val="B83A4B"/>
                </a:solidFill>
                <a:latin typeface="Lato" panose="020F0502020204030203" pitchFamily="34" charset="77"/>
              </a:defRPr>
            </a:lvl1pPr>
            <a:lvl2pPr>
              <a:defRPr sz="2000">
                <a:latin typeface="Lato" panose="020F0502020204030203" pitchFamily="34" charset="77"/>
              </a:defRPr>
            </a:lvl2pPr>
          </a:lstStyle>
          <a:p>
            <a:pPr lvl="0"/>
            <a:r>
              <a:rPr lang="en-US"/>
              <a:t>Click to edit Subtitle style</a:t>
            </a: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A690AB61-2B56-084E-A578-D98682139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SECTION TITLE AND/OR DEPARTMENT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2512D667-1F4D-4C45-A1D6-9FCC308BA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52B60363-7E9F-BF4A-894A-A30319D393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521415C-0030-704F-A772-071A6A0B44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099" y="266701"/>
            <a:ext cx="10596995" cy="632152"/>
          </a:xfrm>
          <a:prstGeom prst="rect">
            <a:avLst/>
          </a:prstGeom>
        </p:spPr>
        <p:txBody>
          <a:bodyPr vert="horz" lIns="0" tIns="45720" rIns="91440" bIns="45720" rtlCol="0"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title style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FDB84D-5A88-B346-8D06-F67B3F5DBC5C}"/>
              </a:ext>
            </a:extLst>
          </p:cNvPr>
          <p:cNvCxnSpPr>
            <a:cxnSpLocks/>
          </p:cNvCxnSpPr>
          <p:nvPr userDrawn="1"/>
        </p:nvCxnSpPr>
        <p:spPr>
          <a:xfrm>
            <a:off x="800100" y="927135"/>
            <a:ext cx="10553700" cy="0"/>
          </a:xfrm>
          <a:prstGeom prst="line">
            <a:avLst/>
          </a:prstGeom>
          <a:ln w="9525">
            <a:solidFill>
              <a:srgbClr val="8C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96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17.svg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D01802-AD12-A14F-B8F8-0BBD77EB8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636586"/>
            <a:ext cx="10553700" cy="1074519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DFEB2-9325-5E46-8613-F4E89B140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0" y="1998482"/>
            <a:ext cx="10553700" cy="3996966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sz="1400">
              <a:solidFill>
                <a:srgbClr val="544948"/>
              </a:solidFill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84540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86" r:id="rId2"/>
    <p:sldLayoutId id="2147483691" r:id="rId3"/>
    <p:sldLayoutId id="2147483673" r:id="rId4"/>
    <p:sldLayoutId id="2147483674" r:id="rId5"/>
    <p:sldLayoutId id="2147483675" r:id="rId6"/>
    <p:sldLayoutId id="2147483671" r:id="rId7"/>
    <p:sldLayoutId id="2147483672" r:id="rId8"/>
    <p:sldLayoutId id="2147483680" r:id="rId9"/>
    <p:sldLayoutId id="2147483681" r:id="rId10"/>
    <p:sldLayoutId id="2147483683" r:id="rId11"/>
    <p:sldLayoutId id="2147483682" r:id="rId12"/>
    <p:sldLayoutId id="214748368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8C1515"/>
          </a:solidFill>
          <a:latin typeface="Lato" panose="020F0502020204030203" pitchFamily="34" charset="77"/>
          <a:ea typeface="+mj-ea"/>
          <a:cs typeface="+mj-cs"/>
        </a:defRPr>
      </a:lvl1pPr>
    </p:titleStyle>
    <p:bodyStyle>
      <a:lvl1pPr marL="0" marR="0" indent="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Lato" panose="020F0502020204030203" pitchFamily="34" charset="77"/>
          <a:ea typeface="+mn-ea"/>
          <a:cs typeface="+mn-cs"/>
        </a:defRPr>
      </a:lvl1pPr>
      <a:lvl2pPr marL="457200" marR="0" indent="-168275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Clr>
          <a:srgbClr val="B83A4B"/>
        </a:buClr>
        <a:buSzPct val="112000"/>
        <a:buFont typeface="Arial" panose="020B0604020202020204" pitchFamily="34" charset="0"/>
        <a:buChar char="•"/>
        <a:tabLst/>
        <a:defRPr sz="1600" kern="1200">
          <a:solidFill>
            <a:schemeClr val="tx1">
              <a:lumMod val="75000"/>
              <a:lumOff val="25000"/>
            </a:schemeClr>
          </a:solidFill>
          <a:latin typeface="Lato" panose="020F0502020204030203" pitchFamily="34" charset="77"/>
          <a:ea typeface="+mn-ea"/>
          <a:cs typeface="+mn-cs"/>
        </a:defRPr>
      </a:lvl2pPr>
      <a:lvl3pPr marL="858838" marR="0" indent="-168275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Clr>
          <a:srgbClr val="B83A4B"/>
        </a:buClr>
        <a:buSzPct val="110000"/>
        <a:buFont typeface="Arial" panose="020B0604020202020204" pitchFamily="34" charset="0"/>
        <a:buChar char="•"/>
        <a:tabLst/>
        <a:defRPr sz="1600" kern="1200">
          <a:solidFill>
            <a:schemeClr val="tx1">
              <a:lumMod val="75000"/>
              <a:lumOff val="25000"/>
            </a:schemeClr>
          </a:solidFill>
          <a:latin typeface="Lato" panose="020F0502020204030203" pitchFamily="34" charset="77"/>
          <a:ea typeface="+mn-ea"/>
          <a:cs typeface="+mn-cs"/>
        </a:defRPr>
      </a:lvl3pPr>
      <a:lvl4pPr marL="1316038" indent="-168275" algn="l" defTabSz="914400" rtl="0" eaLnBrk="1" latinLnBrk="0" hangingPunct="1">
        <a:lnSpc>
          <a:spcPct val="100000"/>
        </a:lnSpc>
        <a:spcBef>
          <a:spcPts val="500"/>
        </a:spcBef>
        <a:buClr>
          <a:srgbClr val="B83A4B"/>
        </a:buClr>
        <a:buSzPct val="112000"/>
        <a:buFont typeface="Arial" panose="020B0604020202020204" pitchFamily="34" charset="0"/>
        <a:buChar char="•"/>
        <a:tabLst/>
        <a:defRPr sz="1400" kern="1200">
          <a:solidFill>
            <a:schemeClr val="tx1">
              <a:lumMod val="75000"/>
              <a:lumOff val="25000"/>
            </a:schemeClr>
          </a:solidFill>
          <a:latin typeface="Lato" panose="020F0502020204030203" pitchFamily="34" charset="77"/>
          <a:ea typeface="+mn-ea"/>
          <a:cs typeface="+mn-cs"/>
        </a:defRPr>
      </a:lvl4pPr>
      <a:lvl5pPr marL="1662113" indent="-168275" algn="l" defTabSz="914400" rtl="0" eaLnBrk="1" latinLnBrk="0" hangingPunct="1">
        <a:lnSpc>
          <a:spcPct val="100000"/>
        </a:lnSpc>
        <a:spcBef>
          <a:spcPts val="500"/>
        </a:spcBef>
        <a:buClr>
          <a:srgbClr val="B83A4B"/>
        </a:buClr>
        <a:buSzPct val="112000"/>
        <a:buFont typeface="Arial" panose="020B0604020202020204" pitchFamily="34" charset="0"/>
        <a:buChar char="•"/>
        <a:tabLst/>
        <a:defRPr sz="1400" b="0" i="1" kern="1200">
          <a:solidFill>
            <a:schemeClr val="tx1">
              <a:lumMod val="75000"/>
              <a:lumOff val="25000"/>
            </a:schemeClr>
          </a:solidFill>
          <a:latin typeface="Lato" panose="020F050202020403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orient="horz" pos="408" userDrawn="1">
          <p15:clr>
            <a:srgbClr val="F26B43"/>
          </p15:clr>
        </p15:guide>
        <p15:guide id="3" orient="horz" pos="1104" userDrawn="1">
          <p15:clr>
            <a:srgbClr val="F26B43"/>
          </p15:clr>
        </p15:guide>
        <p15:guide id="4" orient="horz" pos="1464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504" userDrawn="1">
          <p15:clr>
            <a:srgbClr val="F26B43"/>
          </p15:clr>
        </p15:guide>
        <p15:guide id="7" pos="7152" userDrawn="1">
          <p15:clr>
            <a:srgbClr val="F26B43"/>
          </p15:clr>
        </p15:guide>
        <p15:guide id="8" orient="horz" pos="3984" userDrawn="1">
          <p15:clr>
            <a:srgbClr val="F26B43"/>
          </p15:clr>
        </p15:guide>
        <p15:guide id="9" orient="horz" pos="4128" userDrawn="1">
          <p15:clr>
            <a:srgbClr val="F26B43"/>
          </p15:clr>
        </p15:guide>
        <p15:guide id="10" orient="horz" pos="3816" userDrawn="1">
          <p15:clr>
            <a:srgbClr val="F26B43"/>
          </p15:clr>
        </p15:guide>
        <p15:guide id="11" pos="43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F486D22-965E-B74F-A14E-E7D480B7E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636586"/>
            <a:ext cx="10553700" cy="1074519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/>
          <a:p>
            <a:r>
              <a:rPr lang="en-US"/>
              <a:t>Click to edit master title style which can be up to two lines in length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E8ED4D0-A088-4E43-A643-82D02D9DC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0" y="1998482"/>
            <a:ext cx="10553700" cy="3996966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sz="1400">
              <a:solidFill>
                <a:srgbClr val="544948"/>
              </a:solidFill>
              <a:latin typeface="Lato" panose="020F0502020204030203" pitchFamily="34" charset="77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2980FA-0F2E-7148-B626-5BDBC8549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SECTION TITLE AND/OR DEPARTMENT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8C64E-5A0F-004B-AD71-844ED76B00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52B60363-7E9F-BF4A-894A-A30319D3939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82EF3B1-B7F3-6A49-97F8-8CA00A6E0C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88670" y="6361842"/>
            <a:ext cx="643152" cy="21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593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7" r:id="rId2"/>
    <p:sldLayoutId id="2147483678" r:id="rId3"/>
    <p:sldLayoutId id="2147483669" r:id="rId4"/>
    <p:sldLayoutId id="2147483668" r:id="rId5"/>
    <p:sldLayoutId id="2147483663" r:id="rId6"/>
    <p:sldLayoutId id="2147483666" r:id="rId7"/>
    <p:sldLayoutId id="2147483665" r:id="rId8"/>
    <p:sldLayoutId id="2147483667" r:id="rId9"/>
    <p:sldLayoutId id="2147483687" r:id="rId10"/>
    <p:sldLayoutId id="2147483688" r:id="rId11"/>
    <p:sldLayoutId id="2147483689" r:id="rId12"/>
    <p:sldLayoutId id="2147483651" r:id="rId13"/>
    <p:sldLayoutId id="2147483652" r:id="rId14"/>
    <p:sldLayoutId id="2147483660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rgbClr val="8C1515"/>
          </a:solidFill>
          <a:latin typeface="Lato" panose="020F0502020204030203" pitchFamily="34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Clr>
          <a:srgbClr val="B83A4B"/>
        </a:buClr>
        <a:buFontTx/>
        <a:buNone/>
        <a:defRPr sz="16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1pPr>
      <a:lvl2pPr marL="466725" indent="-173038" algn="l" defTabSz="914400" rtl="0" eaLnBrk="1" latinLnBrk="0" hangingPunct="1">
        <a:lnSpc>
          <a:spcPct val="120000"/>
        </a:lnSpc>
        <a:spcBef>
          <a:spcPts val="500"/>
        </a:spcBef>
        <a:buClr>
          <a:srgbClr val="B83A4B"/>
        </a:buClr>
        <a:buSzPct val="112000"/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2pPr>
      <a:lvl3pPr marL="863600" indent="-173038" algn="l" defTabSz="914400" rtl="0" eaLnBrk="1" latinLnBrk="0" hangingPunct="1">
        <a:lnSpc>
          <a:spcPct val="120000"/>
        </a:lnSpc>
        <a:spcBef>
          <a:spcPts val="500"/>
        </a:spcBef>
        <a:buClr>
          <a:srgbClr val="B83A4B"/>
        </a:buClr>
        <a:buSzPct val="110000"/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3pPr>
      <a:lvl4pPr marL="1320800" indent="-173038" algn="l" defTabSz="914400" rtl="0" eaLnBrk="1" latinLnBrk="0" hangingPunct="1">
        <a:lnSpc>
          <a:spcPct val="120000"/>
        </a:lnSpc>
        <a:spcBef>
          <a:spcPts val="500"/>
        </a:spcBef>
        <a:buClr>
          <a:srgbClr val="B83A4B"/>
        </a:buClr>
        <a:buSzPct val="112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4pPr>
      <a:lvl5pPr marL="1665288" indent="-173038" algn="l" defTabSz="914400" rtl="0" eaLnBrk="1" latinLnBrk="0" hangingPunct="1">
        <a:lnSpc>
          <a:spcPct val="120000"/>
        </a:lnSpc>
        <a:spcBef>
          <a:spcPts val="500"/>
        </a:spcBef>
        <a:buClr>
          <a:srgbClr val="B83A4B"/>
        </a:buClr>
        <a:buSzPct val="112000"/>
        <a:buFont typeface="Arial" panose="020B0604020202020204" pitchFamily="34" charset="0"/>
        <a:buChar char="•"/>
        <a:tabLst/>
        <a:defRPr sz="1400" b="0" i="1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515029-8E45-F44D-8DC3-9196E1975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r>
              <a:rPr lang="en-US">
                <a:latin typeface="Lato"/>
                <a:ea typeface="Lato"/>
                <a:cs typeface="Lato"/>
              </a:rPr>
              <a:t>Presentation: 17 mins (~12-14 slides), Q&amp;A: 13 mins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790EEA-8689-3B46-AA04-8DE592B69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Template Guidelines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F9875-E972-1A4E-8A35-59CD747A57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pPr marL="342900" indent="-342900">
              <a:buFont typeface="Arial"/>
              <a:buChar char="•"/>
            </a:pPr>
            <a:endParaRPr lang="en-US"/>
          </a:p>
          <a:p>
            <a:pPr marL="342900" indent="-342900">
              <a:buFont typeface="Arial"/>
              <a:buChar char="•"/>
            </a:pPr>
            <a:r>
              <a:rPr lang="en-US" dirty="0">
                <a:latin typeface="Lato"/>
                <a:ea typeface="Lato"/>
                <a:cs typeface="Lato"/>
              </a:rPr>
              <a:t>Please use this template to create your LDRD presentation- we highly recommend that you address aspects of the proposal as outlined in this template and with the # of slides suggested.</a:t>
            </a:r>
          </a:p>
          <a:p>
            <a:pPr marL="342900" indent="-342900">
              <a:buFont typeface="Arial"/>
              <a:buChar char="•"/>
            </a:pPr>
            <a:r>
              <a:rPr lang="en-US" dirty="0">
                <a:latin typeface="Lato"/>
                <a:ea typeface="Lato"/>
                <a:cs typeface="Lato"/>
              </a:rPr>
              <a:t>The presentation and Q&amp;A will be limited to 30 minutes total (17 mins presentation + 13 mins Q&amp;A). </a:t>
            </a:r>
          </a:p>
          <a:p>
            <a:pPr marL="342900" indent="-342900">
              <a:buFont typeface="Arial"/>
              <a:buChar char="•"/>
            </a:pPr>
            <a:endParaRPr lang="en-US" dirty="0">
              <a:latin typeface="Lato"/>
              <a:ea typeface="Lato"/>
              <a:cs typeface="Lato"/>
            </a:endParaRPr>
          </a:p>
          <a:p>
            <a:pPr marL="342900" indent="-342900">
              <a:buFont typeface="Arial"/>
              <a:buChar char="•"/>
            </a:pPr>
            <a:endParaRPr lang="en-US" dirty="0">
              <a:latin typeface="Lato"/>
              <a:ea typeface="Lato"/>
              <a:cs typeface="Lato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42FA9-5E89-7D41-A21C-2B75E7B33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B60363-7E9F-BF4A-894A-A30319D3939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94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2DEF75-1BEE-4F42-8BC3-6A71F7627C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100" y="638271"/>
            <a:ext cx="6449112" cy="1416560"/>
          </a:xfrm>
        </p:spPr>
        <p:txBody>
          <a:bodyPr>
            <a:normAutofit/>
          </a:bodyPr>
          <a:lstStyle/>
          <a:p>
            <a:r>
              <a:rPr lang="en-US"/>
              <a:t>Proposal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F9C8E-7E85-E94D-B6B7-81FCE5DA8A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0100" y="2739624"/>
            <a:ext cx="6553200" cy="505405"/>
          </a:xfrm>
        </p:spPr>
        <p:txBody>
          <a:bodyPr/>
          <a:lstStyle/>
          <a:p>
            <a:r>
              <a:rPr lang="en-US"/>
              <a:t>Proposal Category: (1 or 2?)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B48A9-3165-694F-933C-2DF6B0CC49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0100" y="3721650"/>
            <a:ext cx="6553200" cy="1305342"/>
          </a:xfrm>
        </p:spPr>
        <p:txBody>
          <a:bodyPr/>
          <a:lstStyle/>
          <a:p>
            <a:r>
              <a:rPr lang="en-US" dirty="0">
                <a:latin typeface="Lato"/>
                <a:ea typeface="Lato"/>
                <a:cs typeface="Lato"/>
              </a:rPr>
              <a:t>Lead Investigator:</a:t>
            </a:r>
            <a:endParaRPr lang="en-US" dirty="0"/>
          </a:p>
          <a:p>
            <a:r>
              <a:rPr lang="en-US" dirty="0">
                <a:latin typeface="Lato"/>
                <a:ea typeface="Lato"/>
                <a:cs typeface="Lato"/>
              </a:rPr>
              <a:t>Collaborators:</a:t>
            </a:r>
          </a:p>
          <a:p>
            <a:endParaRPr lang="en-US"/>
          </a:p>
          <a:p>
            <a:endParaRPr lang="en-US"/>
          </a:p>
          <a:p>
            <a:r>
              <a:rPr lang="en-US" dirty="0">
                <a:latin typeface="Lato"/>
                <a:ea typeface="Lato"/>
                <a:cs typeface="Lato"/>
              </a:rPr>
              <a:t>Date:</a:t>
            </a:r>
          </a:p>
        </p:txBody>
      </p:sp>
    </p:spTree>
    <p:extLst>
      <p:ext uri="{BB962C8B-B14F-4D97-AF65-F5344CB8AC3E}">
        <p14:creationId xmlns:p14="http://schemas.microsoft.com/office/powerpoint/2010/main" val="859025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515029-8E45-F44D-8DC3-9196E1975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(1 Slide)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790EEA-8689-3B46-AA04-8DE592B69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>
                <a:latin typeface="Lato"/>
                <a:ea typeface="Lato"/>
                <a:cs typeface="Lato"/>
              </a:rPr>
              <a:t>Proposal  “elevator pitch”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F9875-E972-1A4E-8A35-59CD747A57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endParaRPr lang="en-US"/>
          </a:p>
          <a:p>
            <a:pPr lvl="0"/>
            <a:r>
              <a:rPr lang="en-US"/>
              <a:t>This is your “elevator pitch” for your proposal!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In one slide, you are asked to explain the concept, what you are planning to achieve in 2 years and the impact of the potential results for the field and for SLAC that would make this proposal worth awarding.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42FA9-5E89-7D41-A21C-2B75E7B33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B60363-7E9F-BF4A-894A-A30319D3939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01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515029-8E45-F44D-8DC3-9196E1975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(2 Slides)</a:t>
            </a:r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790EEA-8689-3B46-AA04-8DE592B69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Background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F9875-E972-1A4E-8A35-59CD747A57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endParaRPr lang="en-US"/>
          </a:p>
          <a:p>
            <a:pPr lvl="0"/>
            <a:r>
              <a:rPr lang="en-US"/>
              <a:t>Describe the work that is being performed already at SLAC and elsewhere on the topic, indicating clearly the current state-of-the art.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42FA9-5E89-7D41-A21C-2B75E7B33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B60363-7E9F-BF4A-894A-A30319D3939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11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515029-8E45-F44D-8DC3-9196E1975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(2 Slides)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790EEA-8689-3B46-AA04-8DE592B69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Scientific questions and hypotheses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F9875-E972-1A4E-8A35-59CD747A57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endParaRPr lang="en-US"/>
          </a:p>
          <a:p>
            <a:pPr lvl="0"/>
            <a:r>
              <a:rPr lang="en-US"/>
              <a:t>Identify the questions that this project aims to answer and why these questions are important for the scientific or technological field.</a:t>
            </a:r>
          </a:p>
          <a:p>
            <a:pPr lvl="0"/>
            <a:endParaRPr lang="en-US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Explain your hypotheses.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42FA9-5E89-7D41-A21C-2B75E7B33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B60363-7E9F-BF4A-894A-A30319D3939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23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515029-8E45-F44D-8DC3-9196E1975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r>
              <a:rPr lang="en-US">
                <a:latin typeface="Lato"/>
                <a:ea typeface="Lato"/>
                <a:cs typeface="Lato"/>
              </a:rPr>
              <a:t>(3-4 Slides)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790EEA-8689-3B46-AA04-8DE592B69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F9875-E972-1A4E-8A35-59CD747A57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pPr lvl="0"/>
            <a:endParaRPr lang="en-US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</a:rPr>
              <a:t>Describe the proposed research approach, methods and relevant scientific concepts.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</a:rPr>
              <a:t>Identify the collaborations, disciplines or perspectives that this project will bring together.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42FA9-5E89-7D41-A21C-2B75E7B33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B60363-7E9F-BF4A-894A-A30319D3939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90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515029-8E45-F44D-8DC3-9196E1975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r>
              <a:rPr lang="en-US">
                <a:latin typeface="Lato"/>
                <a:ea typeface="Lato"/>
                <a:cs typeface="Lato"/>
              </a:rPr>
              <a:t>(2 Slides)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790EEA-8689-3B46-AA04-8DE592B69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>
                <a:latin typeface="Lato"/>
                <a:ea typeface="Lato"/>
                <a:cs typeface="Lato"/>
              </a:rPr>
              <a:t>Anticipated Results and Impact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F9875-E972-1A4E-8A35-59CD747A57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pPr lvl="0"/>
            <a:endParaRPr lang="en-US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</a:rPr>
              <a:t>Provide a brief description of the anticipated results or deliverables from this 2-year project.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</a:rPr>
              <a:t>Provide supporting information on your anticipated results by showing examples of prior work, simulations etc.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latin typeface="Lato"/>
                <a:ea typeface="Lato"/>
                <a:cs typeface="Lato"/>
              </a:rPr>
              <a:t>Describe the risks or challenges and how you plan to mitigate them.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a typeface="Lato"/>
              <a:cs typeface="La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</a:rPr>
              <a:t>Explain the breakthroughs or innovation expected from this work in the area of science or technology it addresses </a:t>
            </a:r>
            <a:endParaRPr lang="en-US" dirty="0">
              <a:ea typeface="Lato"/>
              <a:cs typeface="Lato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42FA9-5E89-7D41-A21C-2B75E7B33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B60363-7E9F-BF4A-894A-A30319D3939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32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515029-8E45-F44D-8DC3-9196E1975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r>
              <a:rPr lang="en-US">
                <a:latin typeface="Lato"/>
                <a:ea typeface="Lato"/>
                <a:cs typeface="Lato"/>
              </a:rPr>
              <a:t>(1-2 Slides)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790EEA-8689-3B46-AA04-8DE592B69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Future Research: Roadmap Beyond the LDRD Period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F9875-E972-1A4E-8A35-59CD747A57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pPr lvl="0"/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/>
                <a:ea typeface="Lato"/>
                <a:cs typeface="Lato"/>
              </a:rPr>
              <a:t>Explain your vision beyond the scope of this LDRD. How will this piece of work motivate further scientific or technological efforts beyond the LDRD timeline?</a:t>
            </a:r>
            <a:endParaRPr lang="en-US" dirty="0">
              <a:latin typeface="Lato"/>
              <a:ea typeface="Lato"/>
              <a:cs typeface="La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</a:rPr>
              <a:t>Provide an explanation of possible outcomes and expansions from the proposed project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Lato"/>
              <a:ea typeface="Lato"/>
              <a:cs typeface="Lato"/>
            </a:endParaRPr>
          </a:p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42FA9-5E89-7D41-A21C-2B75E7B33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B60363-7E9F-BF4A-894A-A30319D3939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56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515029-8E45-F44D-8DC3-9196E1975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(1 Slide)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790EEA-8689-3B46-AA04-8DE592B69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Budget Brief and Resources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F9875-E972-1A4E-8A35-59CD747A57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0100" y="1535796"/>
            <a:ext cx="10553700" cy="5064740"/>
          </a:xfrm>
        </p:spPr>
        <p:txBody>
          <a:bodyPr vert="horz" lIns="0" tIns="45720" rIns="91440" bIns="45720" rtlCol="0" anchor="t">
            <a:noAutofit/>
          </a:bodyPr>
          <a:lstStyle/>
          <a:p>
            <a:pPr lvl="0"/>
            <a:r>
              <a:rPr lang="en-US" dirty="0">
                <a:latin typeface="Lato"/>
                <a:ea typeface="Lato"/>
                <a:cs typeface="Lato"/>
              </a:rPr>
              <a:t>Please provide a table that contains the following information: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</a:rPr>
              <a:t>Total FY26 funding request: $(k) allocated for SLAC Labor, M&amp;S, Travel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</a:rPr>
              <a:t>Total FY27 funding request: $(k) allocated for SLAC Labor, M&amp;S, Travel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</a:rPr>
              <a:t>Total FY28 funding request: $(k) allocated for SLAC Labor, M&amp;S, Travel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</a:rPr>
              <a:t>Total LDRD project request $(k)</a:t>
            </a:r>
            <a:endParaRPr lang="en-US" dirty="0">
              <a:ea typeface="Lato"/>
              <a:cs typeface="Lato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>
                <a:latin typeface="Lato"/>
                <a:ea typeface="Lato"/>
                <a:cs typeface="Lato"/>
              </a:rPr>
              <a:t>Other resource information: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</a:rPr>
              <a:t>Percent effort of Lead Investigator and of the other personnel on the project (e.g., RAs, postdocs, etc.)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</a:rPr>
              <a:t>Please describe any other resources necessary for your project (e.g., access to laboratories, large-scale computing,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</a:rPr>
              <a:t>Please explain why you think all the above resources would suffice for the successful execution of the </a:t>
            </a:r>
            <a:r>
              <a:rPr lang="en-US" dirty="0" err="1">
                <a:latin typeface="Lato"/>
                <a:ea typeface="Lato"/>
                <a:cs typeface="Lato"/>
              </a:rPr>
              <a:t>projec</a:t>
            </a:r>
            <a:r>
              <a:rPr lang="en-US" dirty="0">
                <a:latin typeface="Lato"/>
                <a:ea typeface="Lato"/>
                <a:cs typeface="Lato"/>
              </a:rPr>
              <a:t>t</a:t>
            </a:r>
            <a:endParaRPr lang="en-US" i="1" dirty="0">
              <a:latin typeface="Lato"/>
              <a:ea typeface="Lato"/>
              <a:cs typeface="Lato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42FA9-5E89-7D41-A21C-2B75E7B33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B60363-7E9F-BF4A-894A-A30319D3939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701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515029-8E45-F44D-8DC3-9196E1975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(2 Slides – hidden)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790EEA-8689-3B46-AA04-8DE592B69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6701"/>
            <a:ext cx="10953536" cy="632152"/>
          </a:xfrm>
        </p:spPr>
        <p:txBody>
          <a:bodyPr>
            <a:normAutofit fontScale="90000"/>
          </a:bodyPr>
          <a:lstStyle/>
          <a:p>
            <a:r>
              <a:rPr lang="en-CA"/>
              <a:t>Future Opportunities: Funding Alignment with Agencies/Initiatives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F9875-E972-1A4E-8A35-59CD747A57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pPr lvl="0"/>
            <a:endParaRPr lang="en-US"/>
          </a:p>
          <a:p>
            <a:pPr lvl="0"/>
            <a:r>
              <a:rPr lang="en-US" dirty="0">
                <a:latin typeface="Lato"/>
                <a:ea typeface="Lato"/>
                <a:cs typeface="Lato"/>
              </a:rPr>
              <a:t>Lead Investigators: Please complete this information before the presentation date and have it as backup (hidden) in your presentation package to the review panel.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</a:rPr>
              <a:t>Identify future funding opportunities (DOE, other federal or private agencies, industry) that align with this science or technology.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</a:rPr>
              <a:t>Be specific in terms of funding agency, targeted program area, potential scale of funding opportunity and why you think this is the right fit.</a:t>
            </a:r>
          </a:p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42FA9-5E89-7D41-A21C-2B75E7B33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B60363-7E9F-BF4A-894A-A30319D3939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96986"/>
      </p:ext>
    </p:extLst>
  </p:cSld>
  <p:clrMapOvr>
    <a:masterClrMapping/>
  </p:clrMapOvr>
</p:sld>
</file>

<file path=ppt/theme/theme1.xml><?xml version="1.0" encoding="utf-8"?>
<a:theme xmlns:a="http://schemas.openxmlformats.org/drawingml/2006/main" name="SLAC Covers/Title Slides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C1515"/>
      </a:accent1>
      <a:accent2>
        <a:srgbClr val="4198B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C PP templates" id="{04A960DA-399A-6A4D-BDEE-676C63AAE7CB}" vid="{E4804F19-84B2-0043-AB9E-B26B9CB06B95}"/>
    </a:ext>
  </a:extLst>
</a:theme>
</file>

<file path=ppt/theme/theme2.xml><?xml version="1.0" encoding="utf-8"?>
<a:theme xmlns:a="http://schemas.openxmlformats.org/drawingml/2006/main" name="SLAC Interior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C PP templates" id="{04A960DA-399A-6A4D-BDEE-676C63AAE7CB}" vid="{72E84C09-8992-0D4D-AC95-89B281C5092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192d0ff-9c32-4d2e-b8a4-38a9702d456c">
      <Terms xmlns="http://schemas.microsoft.com/office/infopath/2007/PartnerControls"/>
    </lcf76f155ced4ddcb4097134ff3c332f>
    <TaxCatchAll xmlns="09669804-55ce-492a-ba68-e7e1d8dcf0c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9761D9903C0D4895C9FF9796B09A0D" ma:contentTypeVersion="21" ma:contentTypeDescription="Create a new document." ma:contentTypeScope="" ma:versionID="1a5459266bb06625d7f341588519d098">
  <xsd:schema xmlns:xsd="http://www.w3.org/2001/XMLSchema" xmlns:xs="http://www.w3.org/2001/XMLSchema" xmlns:p="http://schemas.microsoft.com/office/2006/metadata/properties" xmlns:ns2="3192d0ff-9c32-4d2e-b8a4-38a9702d456c" xmlns:ns3="09669804-55ce-492a-ba68-e7e1d8dcf0c0" targetNamespace="http://schemas.microsoft.com/office/2006/metadata/properties" ma:root="true" ma:fieldsID="263fcd1be8df96876dec62f69738eea0" ns2:_="" ns3:_="">
    <xsd:import namespace="3192d0ff-9c32-4d2e-b8a4-38a9702d456c"/>
    <xsd:import namespace="09669804-55ce-492a-ba68-e7e1d8dcf0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92d0ff-9c32-4d2e-b8a4-38a9702d45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fd420da9-6cce-460f-935b-b5e0b28d9e7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669804-55ce-492a-ba68-e7e1d8dcf0c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956da69-332f-4827-bba1-a97577ba8534}" ma:internalName="TaxCatchAll" ma:showField="CatchAllData" ma:web="09669804-55ce-492a-ba68-e7e1d8dcf0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8863F45-9366-4C36-B78F-4CDCD0DDD33F}">
  <ds:schemaRefs>
    <ds:schemaRef ds:uri="http://purl.org/dc/terms/"/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09669804-55ce-492a-ba68-e7e1d8dcf0c0"/>
    <ds:schemaRef ds:uri="http://schemas.openxmlformats.org/package/2006/metadata/core-properties"/>
    <ds:schemaRef ds:uri="3192d0ff-9c32-4d2e-b8a4-38a9702d456c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BD8AE74-ECAD-47C1-A17F-B59965E724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92d0ff-9c32-4d2e-b8a4-38a9702d456c"/>
    <ds:schemaRef ds:uri="09669804-55ce-492a-ba68-e7e1d8dcf0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252E023-D205-44A4-88F5-8DD866DFE6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 Slides</Template>
  <TotalTime>0</TotalTime>
  <Words>723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SLAC Covers/Title Slides</vt:lpstr>
      <vt:lpstr>SLAC Interior Slides</vt:lpstr>
      <vt:lpstr>Template Guidelines</vt:lpstr>
      <vt:lpstr>PowerPoint Presentation</vt:lpstr>
      <vt:lpstr>Proposal  “elevator pitch”</vt:lpstr>
      <vt:lpstr>Background</vt:lpstr>
      <vt:lpstr>Scientific questions and hypotheses</vt:lpstr>
      <vt:lpstr>Approach</vt:lpstr>
      <vt:lpstr>Anticipated Results and Impact</vt:lpstr>
      <vt:lpstr>Future Research: Roadmap Beyond the LDRD Period</vt:lpstr>
      <vt:lpstr>Budget Brief and Resources</vt:lpstr>
      <vt:lpstr>Future Opportunities: Funding Alignment with Agencies/Initiatives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Kentin, Rhoda</dc:creator>
  <cp:keywords/>
  <dc:description/>
  <cp:lastModifiedBy>Poirier, Elise M</cp:lastModifiedBy>
  <cp:revision>58</cp:revision>
  <dcterms:created xsi:type="dcterms:W3CDTF">2022-06-21T17:51:58Z</dcterms:created>
  <dcterms:modified xsi:type="dcterms:W3CDTF">2026-05-13T21:52:18Z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0x010100C69761D9903C0D4895C9FF9796B09A0D</vt:lpwstr>
  </property>
  <property fmtid="{D5CDD505-2E9C-101B-9397-08002B2CF9AE}" pid="3" name="MediaServiceImageTags">
    <vt:lpwstr/>
  </property>
</Properties>
</file>